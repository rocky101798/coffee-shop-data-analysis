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60" r:id="rId3"/>
    <p:sldId id="258" r:id="rId4"/>
    <p:sldId id="259" r:id="rId5"/>
    <p:sldId id="261" r:id="rId6"/>
    <p:sldId id="262" r:id="rId7"/>
    <p:sldId id="263" r:id="rId8"/>
    <p:sldId id="264" r:id="rId9"/>
    <p:sldId id="266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8860A"/>
    <a:srgbClr val="3E1F00"/>
    <a:srgbClr val="000000"/>
    <a:srgbClr val="F5EC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6CB854-ADF8-4D63-898F-E99C29D1FE7A}" v="245" dt="2026-03-30T21:13:51.8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25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LBOAT G" userId="eab8e9be12066142" providerId="LiveId" clId="{D65CCD1B-0463-467E-8187-5B33021EE1A0}"/>
    <pc:docChg chg="undo custSel addSld delSld modSld sldOrd">
      <pc:chgData name="LILBOAT G" userId="eab8e9be12066142" providerId="LiveId" clId="{D65CCD1B-0463-467E-8187-5B33021EE1A0}" dt="2026-03-30T21:14:54.052" v="2120" actId="207"/>
      <pc:docMkLst>
        <pc:docMk/>
      </pc:docMkLst>
      <pc:sldChg chg="addSp modSp mod">
        <pc:chgData name="LILBOAT G" userId="eab8e9be12066142" providerId="LiveId" clId="{D65CCD1B-0463-467E-8187-5B33021EE1A0}" dt="2026-03-30T21:09:31.475" v="2039" actId="14100"/>
        <pc:sldMkLst>
          <pc:docMk/>
          <pc:sldMk cId="1958667571" sldId="256"/>
        </pc:sldMkLst>
        <pc:picChg chg="add mod">
          <ac:chgData name="LILBOAT G" userId="eab8e9be12066142" providerId="LiveId" clId="{D65CCD1B-0463-467E-8187-5B33021EE1A0}" dt="2026-03-30T21:09:31.475" v="2039" actId="14100"/>
          <ac:picMkLst>
            <pc:docMk/>
            <pc:sldMk cId="1958667571" sldId="256"/>
            <ac:picMk id="4" creationId="{5F6B5226-CDA9-1F21-18DE-5DB2E5300F19}"/>
          </ac:picMkLst>
        </pc:picChg>
      </pc:sldChg>
      <pc:sldChg chg="modSp del mod setBg">
        <pc:chgData name="LILBOAT G" userId="eab8e9be12066142" providerId="LiveId" clId="{D65CCD1B-0463-467E-8187-5B33021EE1A0}" dt="2026-03-30T18:29:12.985" v="445" actId="47"/>
        <pc:sldMkLst>
          <pc:docMk/>
          <pc:sldMk cId="140127081" sldId="257"/>
        </pc:sldMkLst>
        <pc:graphicFrameChg chg="modGraphic">
          <ac:chgData name="LILBOAT G" userId="eab8e9be12066142" providerId="LiveId" clId="{D65CCD1B-0463-467E-8187-5B33021EE1A0}" dt="2026-03-30T18:22:11.668" v="333" actId="2711"/>
          <ac:graphicFrameMkLst>
            <pc:docMk/>
            <pc:sldMk cId="140127081" sldId="257"/>
            <ac:graphicFrameMk id="4" creationId="{A128E446-52EF-C5F3-A4B3-A78A5F08AF06}"/>
          </ac:graphicFrameMkLst>
        </pc:graphicFrameChg>
      </pc:sldChg>
      <pc:sldChg chg="addSp delSp modSp mod">
        <pc:chgData name="LILBOAT G" userId="eab8e9be12066142" providerId="LiveId" clId="{D65CCD1B-0463-467E-8187-5B33021EE1A0}" dt="2026-03-30T21:14:20.927" v="2116" actId="207"/>
        <pc:sldMkLst>
          <pc:docMk/>
          <pc:sldMk cId="1089326921" sldId="258"/>
        </pc:sldMkLst>
        <pc:spChg chg="add mod">
          <ac:chgData name="LILBOAT G" userId="eab8e9be12066142" providerId="LiveId" clId="{D65CCD1B-0463-467E-8187-5B33021EE1A0}" dt="2026-03-30T21:14:20.927" v="2116" actId="207"/>
          <ac:spMkLst>
            <pc:docMk/>
            <pc:sldMk cId="1089326921" sldId="258"/>
            <ac:spMk id="2" creationId="{911BD7B4-6644-41F8-CD8E-46D245E98F18}"/>
          </ac:spMkLst>
        </pc:spChg>
        <pc:spChg chg="add mod">
          <ac:chgData name="LILBOAT G" userId="eab8e9be12066142" providerId="LiveId" clId="{D65CCD1B-0463-467E-8187-5B33021EE1A0}" dt="2026-03-30T21:14:20.927" v="2116" actId="207"/>
          <ac:spMkLst>
            <pc:docMk/>
            <pc:sldMk cId="1089326921" sldId="258"/>
            <ac:spMk id="3" creationId="{9DC4568A-9A7D-AC86-C07C-1BAF5DE5EF9F}"/>
          </ac:spMkLst>
        </pc:spChg>
        <pc:spChg chg="add mod">
          <ac:chgData name="LILBOAT G" userId="eab8e9be12066142" providerId="LiveId" clId="{D65CCD1B-0463-467E-8187-5B33021EE1A0}" dt="2026-03-30T21:14:20.927" v="2116" actId="207"/>
          <ac:spMkLst>
            <pc:docMk/>
            <pc:sldMk cId="1089326921" sldId="258"/>
            <ac:spMk id="4" creationId="{5E0005F9-020E-C00B-0309-D9E4AB63502C}"/>
          </ac:spMkLst>
        </pc:spChg>
        <pc:spChg chg="add mod">
          <ac:chgData name="LILBOAT G" userId="eab8e9be12066142" providerId="LiveId" clId="{D65CCD1B-0463-467E-8187-5B33021EE1A0}" dt="2026-03-30T21:14:20.927" v="2116" actId="207"/>
          <ac:spMkLst>
            <pc:docMk/>
            <pc:sldMk cId="1089326921" sldId="258"/>
            <ac:spMk id="5" creationId="{1C136B9A-7C74-F541-8889-07DC4D987BFF}"/>
          </ac:spMkLst>
        </pc:spChg>
        <pc:spChg chg="mod">
          <ac:chgData name="LILBOAT G" userId="eab8e9be12066142" providerId="LiveId" clId="{D65CCD1B-0463-467E-8187-5B33021EE1A0}" dt="2026-03-30T18:09:16.582" v="189" actId="207"/>
          <ac:spMkLst>
            <pc:docMk/>
            <pc:sldMk cId="1089326921" sldId="258"/>
            <ac:spMk id="6" creationId="{7FD30236-6939-A57A-E683-AA5292F3D4ED}"/>
          </ac:spMkLst>
        </pc:spChg>
        <pc:spChg chg="add mod">
          <ac:chgData name="LILBOAT G" userId="eab8e9be12066142" providerId="LiveId" clId="{D65CCD1B-0463-467E-8187-5B33021EE1A0}" dt="2026-03-30T18:05:04.178" v="132" actId="571"/>
          <ac:spMkLst>
            <pc:docMk/>
            <pc:sldMk cId="1089326921" sldId="258"/>
            <ac:spMk id="32" creationId="{94207051-A66A-3698-5D0F-136BBA27E842}"/>
          </ac:spMkLst>
        </pc:spChg>
        <pc:graphicFrameChg chg="add del modGraphic">
          <ac:chgData name="LILBOAT G" userId="eab8e9be12066142" providerId="LiveId" clId="{D65CCD1B-0463-467E-8187-5B33021EE1A0}" dt="2026-03-30T20:14:25.812" v="1362" actId="1032"/>
          <ac:graphicFrameMkLst>
            <pc:docMk/>
            <pc:sldMk cId="1089326921" sldId="258"/>
            <ac:graphicFrameMk id="33" creationId="{1182B23A-9BC9-431F-3A52-3901ADFEE4FE}"/>
          </ac:graphicFrameMkLst>
        </pc:graphicFrameChg>
        <pc:cxnChg chg="add del mod">
          <ac:chgData name="LILBOAT G" userId="eab8e9be12066142" providerId="LiveId" clId="{D65CCD1B-0463-467E-8187-5B33021EE1A0}" dt="2026-03-30T18:00:16.651" v="74" actId="21"/>
          <ac:cxnSpMkLst>
            <pc:docMk/>
            <pc:sldMk cId="1089326921" sldId="258"/>
            <ac:cxnSpMk id="9" creationId="{8B82422E-ED1D-522D-4E05-160A80EAAA1E}"/>
          </ac:cxnSpMkLst>
        </pc:cxnChg>
        <pc:cxnChg chg="add del mod">
          <ac:chgData name="LILBOAT G" userId="eab8e9be12066142" providerId="LiveId" clId="{D65CCD1B-0463-467E-8187-5B33021EE1A0}" dt="2026-03-30T18:00:12.597" v="73" actId="11529"/>
          <ac:cxnSpMkLst>
            <pc:docMk/>
            <pc:sldMk cId="1089326921" sldId="258"/>
            <ac:cxnSpMk id="11" creationId="{4BE25992-8BA3-42E2-C3A0-298FA124A0B1}"/>
          </ac:cxnSpMkLst>
        </pc:cxnChg>
        <pc:cxnChg chg="add mod">
          <ac:chgData name="LILBOAT G" userId="eab8e9be12066142" providerId="LiveId" clId="{D65CCD1B-0463-467E-8187-5B33021EE1A0}" dt="2026-03-30T18:02:43.073" v="98" actId="692"/>
          <ac:cxnSpMkLst>
            <pc:docMk/>
            <pc:sldMk cId="1089326921" sldId="258"/>
            <ac:cxnSpMk id="15" creationId="{CB7C1D5B-F4EB-6633-A745-00F440DEE0FC}"/>
          </ac:cxnSpMkLst>
        </pc:cxnChg>
        <pc:cxnChg chg="add mod">
          <ac:chgData name="LILBOAT G" userId="eab8e9be12066142" providerId="LiveId" clId="{D65CCD1B-0463-467E-8187-5B33021EE1A0}" dt="2026-03-30T18:02:43.073" v="98" actId="692"/>
          <ac:cxnSpMkLst>
            <pc:docMk/>
            <pc:sldMk cId="1089326921" sldId="258"/>
            <ac:cxnSpMk id="20" creationId="{C1CC589F-2A53-84CD-76BC-888AD92752DC}"/>
          </ac:cxnSpMkLst>
        </pc:cxnChg>
        <pc:cxnChg chg="add mod">
          <ac:chgData name="LILBOAT G" userId="eab8e9be12066142" providerId="LiveId" clId="{D65CCD1B-0463-467E-8187-5B33021EE1A0}" dt="2026-03-30T18:02:43.073" v="98" actId="692"/>
          <ac:cxnSpMkLst>
            <pc:docMk/>
            <pc:sldMk cId="1089326921" sldId="258"/>
            <ac:cxnSpMk id="25" creationId="{E5E6A1AD-050A-C0E3-C599-64594B0F628B}"/>
          </ac:cxnSpMkLst>
        </pc:cxnChg>
      </pc:sldChg>
      <pc:sldChg chg="addSp delSp modSp new mod setBg">
        <pc:chgData name="LILBOAT G" userId="eab8e9be12066142" providerId="LiveId" clId="{D65CCD1B-0463-467E-8187-5B33021EE1A0}" dt="2026-03-30T21:14:54.052" v="2120" actId="207"/>
        <pc:sldMkLst>
          <pc:docMk/>
          <pc:sldMk cId="2732610492" sldId="259"/>
        </pc:sldMkLst>
        <pc:spChg chg="add del mod">
          <ac:chgData name="LILBOAT G" userId="eab8e9be12066142" providerId="LiveId" clId="{D65CCD1B-0463-467E-8187-5B33021EE1A0}" dt="2026-03-30T18:07:36.847" v="186" actId="478"/>
          <ac:spMkLst>
            <pc:docMk/>
            <pc:sldMk cId="2732610492" sldId="259"/>
            <ac:spMk id="2" creationId="{01CB3464-48EE-BF8E-9085-92DE24072218}"/>
          </ac:spMkLst>
        </pc:spChg>
        <pc:spChg chg="del">
          <ac:chgData name="LILBOAT G" userId="eab8e9be12066142" providerId="LiveId" clId="{D65CCD1B-0463-467E-8187-5B33021EE1A0}" dt="2026-03-30T18:06:43.262" v="135" actId="478"/>
          <ac:spMkLst>
            <pc:docMk/>
            <pc:sldMk cId="2732610492" sldId="259"/>
            <ac:spMk id="3" creationId="{E88BAAC3-34F0-A138-8B04-343A7E2F1117}"/>
          </ac:spMkLst>
        </pc:spChg>
        <pc:spChg chg="add mod">
          <ac:chgData name="LILBOAT G" userId="eab8e9be12066142" providerId="LiveId" clId="{D65CCD1B-0463-467E-8187-5B33021EE1A0}" dt="2026-03-30T18:09:25.199" v="190" actId="207"/>
          <ac:spMkLst>
            <pc:docMk/>
            <pc:sldMk cId="2732610492" sldId="259"/>
            <ac:spMk id="4" creationId="{9A74CF6B-64FD-5656-901B-46A8DF81ECCB}"/>
          </ac:spMkLst>
        </pc:spChg>
        <pc:spChg chg="add mod">
          <ac:chgData name="LILBOAT G" userId="eab8e9be12066142" providerId="LiveId" clId="{D65CCD1B-0463-467E-8187-5B33021EE1A0}" dt="2026-03-30T21:14:54.052" v="2120" actId="207"/>
          <ac:spMkLst>
            <pc:docMk/>
            <pc:sldMk cId="2732610492" sldId="259"/>
            <ac:spMk id="5" creationId="{32174625-58FF-B105-006C-E0EBF43EE5E0}"/>
          </ac:spMkLst>
        </pc:spChg>
        <pc:spChg chg="add mod">
          <ac:chgData name="LILBOAT G" userId="eab8e9be12066142" providerId="LiveId" clId="{D65CCD1B-0463-467E-8187-5B33021EE1A0}" dt="2026-03-30T21:14:48.701" v="2119" actId="207"/>
          <ac:spMkLst>
            <pc:docMk/>
            <pc:sldMk cId="2732610492" sldId="259"/>
            <ac:spMk id="6" creationId="{8BD58D33-1C7E-D21B-565A-46538CCBA5CB}"/>
          </ac:spMkLst>
        </pc:spChg>
        <pc:spChg chg="add mod">
          <ac:chgData name="LILBOAT G" userId="eab8e9be12066142" providerId="LiveId" clId="{D65CCD1B-0463-467E-8187-5B33021EE1A0}" dt="2026-03-30T21:14:48.701" v="2119" actId="207"/>
          <ac:spMkLst>
            <pc:docMk/>
            <pc:sldMk cId="2732610492" sldId="259"/>
            <ac:spMk id="7" creationId="{944E57AD-AB49-902B-373E-BE7ECD5CECF2}"/>
          </ac:spMkLst>
        </pc:spChg>
        <pc:spChg chg="add mod">
          <ac:chgData name="LILBOAT G" userId="eab8e9be12066142" providerId="LiveId" clId="{D65CCD1B-0463-467E-8187-5B33021EE1A0}" dt="2026-03-30T21:14:48.701" v="2119" actId="207"/>
          <ac:spMkLst>
            <pc:docMk/>
            <pc:sldMk cId="2732610492" sldId="259"/>
            <ac:spMk id="8" creationId="{5F44CB9A-5970-0E2D-254D-22F08A4AF066}"/>
          </ac:spMkLst>
        </pc:spChg>
        <pc:spChg chg="add mod">
          <ac:chgData name="LILBOAT G" userId="eab8e9be12066142" providerId="LiveId" clId="{D65CCD1B-0463-467E-8187-5B33021EE1A0}" dt="2026-03-30T18:23:10.830" v="339" actId="1076"/>
          <ac:spMkLst>
            <pc:docMk/>
            <pc:sldMk cId="2732610492" sldId="259"/>
            <ac:spMk id="9" creationId="{91E0A9D1-F399-74BB-F219-81E39FE8570B}"/>
          </ac:spMkLst>
        </pc:spChg>
      </pc:sldChg>
      <pc:sldChg chg="addSp delSp modSp new mod ord setBg">
        <pc:chgData name="LILBOAT G" userId="eab8e9be12066142" providerId="LiveId" clId="{D65CCD1B-0463-467E-8187-5B33021EE1A0}" dt="2026-03-30T18:29:02.671" v="444" actId="20577"/>
        <pc:sldMkLst>
          <pc:docMk/>
          <pc:sldMk cId="3154581455" sldId="260"/>
        </pc:sldMkLst>
        <pc:spChg chg="del mod">
          <ac:chgData name="LILBOAT G" userId="eab8e9be12066142" providerId="LiveId" clId="{D65CCD1B-0463-467E-8187-5B33021EE1A0}" dt="2026-03-30T18:27:02.854" v="397" actId="478"/>
          <ac:spMkLst>
            <pc:docMk/>
            <pc:sldMk cId="3154581455" sldId="260"/>
            <ac:spMk id="2" creationId="{0E27AA03-4F7F-9379-9C35-299DA2211380}"/>
          </ac:spMkLst>
        </pc:spChg>
        <pc:spChg chg="mod">
          <ac:chgData name="LILBOAT G" userId="eab8e9be12066142" providerId="LiveId" clId="{D65CCD1B-0463-467E-8187-5B33021EE1A0}" dt="2026-03-30T18:29:02.671" v="444" actId="20577"/>
          <ac:spMkLst>
            <pc:docMk/>
            <pc:sldMk cId="3154581455" sldId="260"/>
            <ac:spMk id="3" creationId="{08999892-EE00-3890-B63B-3B5D9EC9D2FA}"/>
          </ac:spMkLst>
        </pc:spChg>
        <pc:spChg chg="add mod">
          <ac:chgData name="LILBOAT G" userId="eab8e9be12066142" providerId="LiveId" clId="{D65CCD1B-0463-467E-8187-5B33021EE1A0}" dt="2026-03-30T18:27:09.883" v="399" actId="1076"/>
          <ac:spMkLst>
            <pc:docMk/>
            <pc:sldMk cId="3154581455" sldId="260"/>
            <ac:spMk id="4" creationId="{7CC5A6D9-BEBC-B0B6-6E33-9AF74C66C31D}"/>
          </ac:spMkLst>
        </pc:spChg>
        <pc:spChg chg="add del mod">
          <ac:chgData name="LILBOAT G" userId="eab8e9be12066142" providerId="LiveId" clId="{D65CCD1B-0463-467E-8187-5B33021EE1A0}" dt="2026-03-30T18:27:05.368" v="398" actId="478"/>
          <ac:spMkLst>
            <pc:docMk/>
            <pc:sldMk cId="3154581455" sldId="260"/>
            <ac:spMk id="6" creationId="{999A680F-1AC9-943B-5635-EC91C805DE29}"/>
          </ac:spMkLst>
        </pc:spChg>
      </pc:sldChg>
      <pc:sldChg chg="addSp delSp modSp new mod setBg">
        <pc:chgData name="LILBOAT G" userId="eab8e9be12066142" providerId="LiveId" clId="{D65CCD1B-0463-467E-8187-5B33021EE1A0}" dt="2026-03-30T20:06:40.036" v="1301" actId="113"/>
        <pc:sldMkLst>
          <pc:docMk/>
          <pc:sldMk cId="1151824594" sldId="261"/>
        </pc:sldMkLst>
        <pc:spChg chg="del">
          <ac:chgData name="LILBOAT G" userId="eab8e9be12066142" providerId="LiveId" clId="{D65CCD1B-0463-467E-8187-5B33021EE1A0}" dt="2026-03-30T18:44:20.433" v="451" actId="478"/>
          <ac:spMkLst>
            <pc:docMk/>
            <pc:sldMk cId="1151824594" sldId="261"/>
            <ac:spMk id="2" creationId="{68A17C1F-7C9E-F5B8-C7B6-C31471F8A2B0}"/>
          </ac:spMkLst>
        </pc:spChg>
        <pc:spChg chg="del">
          <ac:chgData name="LILBOAT G" userId="eab8e9be12066142" providerId="LiveId" clId="{D65CCD1B-0463-467E-8187-5B33021EE1A0}" dt="2026-03-30T18:43:09.791" v="449"/>
          <ac:spMkLst>
            <pc:docMk/>
            <pc:sldMk cId="1151824594" sldId="261"/>
            <ac:spMk id="3" creationId="{D21C372C-79D0-7DF2-6623-B3DCE0644AE2}"/>
          </ac:spMkLst>
        </pc:spChg>
        <pc:spChg chg="add mod">
          <ac:chgData name="LILBOAT G" userId="eab8e9be12066142" providerId="LiveId" clId="{D65CCD1B-0463-467E-8187-5B33021EE1A0}" dt="2026-03-30T19:38:11.945" v="1045" actId="207"/>
          <ac:spMkLst>
            <pc:docMk/>
            <pc:sldMk cId="1151824594" sldId="261"/>
            <ac:spMk id="5" creationId="{BD265A40-F0AB-4283-F3D5-F787976C4743}"/>
          </ac:spMkLst>
        </pc:spChg>
        <pc:spChg chg="add mod">
          <ac:chgData name="LILBOAT G" userId="eab8e9be12066142" providerId="LiveId" clId="{D65CCD1B-0463-467E-8187-5B33021EE1A0}" dt="2026-03-30T19:38:16.006" v="1046" actId="207"/>
          <ac:spMkLst>
            <pc:docMk/>
            <pc:sldMk cId="1151824594" sldId="261"/>
            <ac:spMk id="6" creationId="{97228852-CE7F-40B4-7490-B607F2785E78}"/>
          </ac:spMkLst>
        </pc:spChg>
        <pc:spChg chg="add mod">
          <ac:chgData name="LILBOAT G" userId="eab8e9be12066142" providerId="LiveId" clId="{D65CCD1B-0463-467E-8187-5B33021EE1A0}" dt="2026-03-30T20:06:40.036" v="1301" actId="113"/>
          <ac:spMkLst>
            <pc:docMk/>
            <pc:sldMk cId="1151824594" sldId="261"/>
            <ac:spMk id="7" creationId="{ED84F21B-B621-34C4-CC78-2D97F89C3BCD}"/>
          </ac:spMkLst>
        </pc:spChg>
        <pc:graphicFrameChg chg="add mod">
          <ac:chgData name="LILBOAT G" userId="eab8e9be12066142" providerId="LiveId" clId="{D65CCD1B-0463-467E-8187-5B33021EE1A0}" dt="2026-03-30T20:01:19.654" v="1258" actId="1076"/>
          <ac:graphicFrameMkLst>
            <pc:docMk/>
            <pc:sldMk cId="1151824594" sldId="261"/>
            <ac:graphicFrameMk id="4" creationId="{F0DC7411-4DCE-485B-0EB8-68D35A726C73}"/>
          </ac:graphicFrameMkLst>
        </pc:graphicFrameChg>
        <pc:graphicFrameChg chg="add mod">
          <ac:chgData name="LILBOAT G" userId="eab8e9be12066142" providerId="LiveId" clId="{D65CCD1B-0463-467E-8187-5B33021EE1A0}" dt="2026-03-30T20:05:19.906" v="1268" actId="16037"/>
          <ac:graphicFrameMkLst>
            <pc:docMk/>
            <pc:sldMk cId="1151824594" sldId="261"/>
            <ac:graphicFrameMk id="8" creationId="{8948A690-E9FE-5141-7C96-8A0BF10CF86F}"/>
          </ac:graphicFrameMkLst>
        </pc:graphicFrameChg>
        <pc:graphicFrameChg chg="add mod">
          <ac:chgData name="LILBOAT G" userId="eab8e9be12066142" providerId="LiveId" clId="{D65CCD1B-0463-467E-8187-5B33021EE1A0}" dt="2026-03-30T20:06:27.562" v="1298"/>
          <ac:graphicFrameMkLst>
            <pc:docMk/>
            <pc:sldMk cId="1151824594" sldId="261"/>
            <ac:graphicFrameMk id="9" creationId="{FFFAAB20-D5DD-96BE-0559-AB8E0814B1F0}"/>
          </ac:graphicFrameMkLst>
        </pc:graphicFrameChg>
      </pc:sldChg>
      <pc:sldChg chg="addSp delSp modSp new mod setBg">
        <pc:chgData name="LILBOAT G" userId="eab8e9be12066142" providerId="LiveId" clId="{D65CCD1B-0463-467E-8187-5B33021EE1A0}" dt="2026-03-30T20:39:01.557" v="1675" actId="207"/>
        <pc:sldMkLst>
          <pc:docMk/>
          <pc:sldMk cId="2931483876" sldId="262"/>
        </pc:sldMkLst>
        <pc:spChg chg="del">
          <ac:chgData name="LILBOAT G" userId="eab8e9be12066142" providerId="LiveId" clId="{D65CCD1B-0463-467E-8187-5B33021EE1A0}" dt="2026-03-30T18:50:40.431" v="561" actId="478"/>
          <ac:spMkLst>
            <pc:docMk/>
            <pc:sldMk cId="2931483876" sldId="262"/>
            <ac:spMk id="2" creationId="{5ACB7839-F899-83FA-6803-D9062F80AB42}"/>
          </ac:spMkLst>
        </pc:spChg>
        <pc:spChg chg="del">
          <ac:chgData name="LILBOAT G" userId="eab8e9be12066142" providerId="LiveId" clId="{D65CCD1B-0463-467E-8187-5B33021EE1A0}" dt="2026-03-30T18:56:07.792" v="601" actId="478"/>
          <ac:spMkLst>
            <pc:docMk/>
            <pc:sldMk cId="2931483876" sldId="262"/>
            <ac:spMk id="3" creationId="{697F0CC2-EEDA-34E4-53DC-C4A390ABD9F4}"/>
          </ac:spMkLst>
        </pc:spChg>
        <pc:spChg chg="add mod">
          <ac:chgData name="LILBOAT G" userId="eab8e9be12066142" providerId="LiveId" clId="{D65CCD1B-0463-467E-8187-5B33021EE1A0}" dt="2026-03-30T19:37:53.202" v="1043" actId="207"/>
          <ac:spMkLst>
            <pc:docMk/>
            <pc:sldMk cId="2931483876" sldId="262"/>
            <ac:spMk id="5" creationId="{D1E6B49E-7237-D16D-4D00-A6B4B6B9AFAF}"/>
          </ac:spMkLst>
        </pc:spChg>
        <pc:spChg chg="add mod">
          <ac:chgData name="LILBOAT G" userId="eab8e9be12066142" providerId="LiveId" clId="{D65CCD1B-0463-467E-8187-5B33021EE1A0}" dt="2026-03-30T19:37:58.327" v="1044" actId="207"/>
          <ac:spMkLst>
            <pc:docMk/>
            <pc:sldMk cId="2931483876" sldId="262"/>
            <ac:spMk id="8" creationId="{C7E27B9B-FC47-BE24-5CE1-A3BDBF0A7C89}"/>
          </ac:spMkLst>
        </pc:spChg>
        <pc:spChg chg="add del mod">
          <ac:chgData name="LILBOAT G" userId="eab8e9be12066142" providerId="LiveId" clId="{D65CCD1B-0463-467E-8187-5B33021EE1A0}" dt="2026-03-30T19:05:25.761" v="710" actId="478"/>
          <ac:spMkLst>
            <pc:docMk/>
            <pc:sldMk cId="2931483876" sldId="262"/>
            <ac:spMk id="9" creationId="{ABE12BD1-9D70-928F-929F-7A9555E892B3}"/>
          </ac:spMkLst>
        </pc:spChg>
        <pc:spChg chg="add del mod">
          <ac:chgData name="LILBOAT G" userId="eab8e9be12066142" providerId="LiveId" clId="{D65CCD1B-0463-467E-8187-5B33021EE1A0}" dt="2026-03-30T19:12:21.816" v="881" actId="478"/>
          <ac:spMkLst>
            <pc:docMk/>
            <pc:sldMk cId="2931483876" sldId="262"/>
            <ac:spMk id="10" creationId="{9F632F6E-F809-8E9D-D1A9-09B899A2FCBB}"/>
          </ac:spMkLst>
        </pc:spChg>
        <pc:spChg chg="add del">
          <ac:chgData name="LILBOAT G" userId="eab8e9be12066142" providerId="LiveId" clId="{D65CCD1B-0463-467E-8187-5B33021EE1A0}" dt="2026-03-30T19:12:19.761" v="880" actId="11529"/>
          <ac:spMkLst>
            <pc:docMk/>
            <pc:sldMk cId="2931483876" sldId="262"/>
            <ac:spMk id="12" creationId="{BAAE6B10-5C56-00DB-EF30-B1F1B7B56602}"/>
          </ac:spMkLst>
        </pc:spChg>
        <pc:spChg chg="add mod">
          <ac:chgData name="LILBOAT G" userId="eab8e9be12066142" providerId="LiveId" clId="{D65CCD1B-0463-467E-8187-5B33021EE1A0}" dt="2026-03-30T20:39:01.557" v="1675" actId="207"/>
          <ac:spMkLst>
            <pc:docMk/>
            <pc:sldMk cId="2931483876" sldId="262"/>
            <ac:spMk id="15" creationId="{F242733E-1341-B09B-06D8-ECB001A1E547}"/>
          </ac:spMkLst>
        </pc:spChg>
        <pc:spChg chg="add mod">
          <ac:chgData name="LILBOAT G" userId="eab8e9be12066142" providerId="LiveId" clId="{D65CCD1B-0463-467E-8187-5B33021EE1A0}" dt="2026-03-30T20:39:01.557" v="1675" actId="207"/>
          <ac:spMkLst>
            <pc:docMk/>
            <pc:sldMk cId="2931483876" sldId="262"/>
            <ac:spMk id="16" creationId="{EA48E471-270A-C0BF-E052-6F48AE7AA11C}"/>
          </ac:spMkLst>
        </pc:spChg>
        <pc:graphicFrameChg chg="add del mod">
          <ac:chgData name="LILBOAT G" userId="eab8e9be12066142" providerId="LiveId" clId="{D65CCD1B-0463-467E-8187-5B33021EE1A0}" dt="2026-03-30T18:56:26.929" v="606" actId="478"/>
          <ac:graphicFrameMkLst>
            <pc:docMk/>
            <pc:sldMk cId="2931483876" sldId="262"/>
            <ac:graphicFrameMk id="6" creationId="{AFE246CF-40A5-BF34-131A-61FBE293C947}"/>
          </ac:graphicFrameMkLst>
        </pc:graphicFrameChg>
        <pc:graphicFrameChg chg="add mod">
          <ac:chgData name="LILBOAT G" userId="eab8e9be12066142" providerId="LiveId" clId="{D65CCD1B-0463-467E-8187-5B33021EE1A0}" dt="2026-03-30T19:19:23.280" v="920" actId="1076"/>
          <ac:graphicFrameMkLst>
            <pc:docMk/>
            <pc:sldMk cId="2931483876" sldId="262"/>
            <ac:graphicFrameMk id="7" creationId="{AFE246CF-40A5-BF34-131A-61FBE293C947}"/>
          </ac:graphicFrameMkLst>
        </pc:graphicFrameChg>
        <pc:graphicFrameChg chg="add mod">
          <ac:chgData name="LILBOAT G" userId="eab8e9be12066142" providerId="LiveId" clId="{D65CCD1B-0463-467E-8187-5B33021EE1A0}" dt="2026-03-30T19:19:15.524" v="919" actId="14100"/>
          <ac:graphicFrameMkLst>
            <pc:docMk/>
            <pc:sldMk cId="2931483876" sldId="262"/>
            <ac:graphicFrameMk id="11" creationId="{F95B262A-1395-E08F-AED6-E6A1E46DBFAC}"/>
          </ac:graphicFrameMkLst>
        </pc:graphicFrameChg>
        <pc:graphicFrameChg chg="add del">
          <ac:chgData name="LILBOAT G" userId="eab8e9be12066142" providerId="LiveId" clId="{D65CCD1B-0463-467E-8187-5B33021EE1A0}" dt="2026-03-30T19:10:08.986" v="730" actId="26606"/>
          <ac:graphicFrameMkLst>
            <pc:docMk/>
            <pc:sldMk cId="2931483876" sldId="262"/>
            <ac:graphicFrameMk id="13" creationId="{7D486C34-0F2C-1EFF-4BB4-08BC6493613C}"/>
          </ac:graphicFrameMkLst>
        </pc:graphicFrameChg>
        <pc:graphicFrameChg chg="add del mod">
          <ac:chgData name="LILBOAT G" userId="eab8e9be12066142" providerId="LiveId" clId="{D65CCD1B-0463-467E-8187-5B33021EE1A0}" dt="2026-03-30T19:11:09.858" v="871" actId="26606"/>
          <ac:graphicFrameMkLst>
            <pc:docMk/>
            <pc:sldMk cId="2931483876" sldId="262"/>
            <ac:graphicFrameMk id="14" creationId="{17A52636-3781-1665-88E6-19296C3D15BB}"/>
          </ac:graphicFrameMkLst>
        </pc:graphicFrameChg>
      </pc:sldChg>
      <pc:sldChg chg="addSp delSp modSp new mod setBg">
        <pc:chgData name="LILBOAT G" userId="eab8e9be12066142" providerId="LiveId" clId="{D65CCD1B-0463-467E-8187-5B33021EE1A0}" dt="2026-03-30T20:38:53.836" v="1674" actId="207"/>
        <pc:sldMkLst>
          <pc:docMk/>
          <pc:sldMk cId="1516369636" sldId="263"/>
        </pc:sldMkLst>
        <pc:spChg chg="mod">
          <ac:chgData name="LILBOAT G" userId="eab8e9be12066142" providerId="LiveId" clId="{D65CCD1B-0463-467E-8187-5B33021EE1A0}" dt="2026-03-30T19:38:35.062" v="1047" actId="207"/>
          <ac:spMkLst>
            <pc:docMk/>
            <pc:sldMk cId="1516369636" sldId="263"/>
            <ac:spMk id="2" creationId="{CF4B60EC-5F05-1ADF-9F82-C697B38E1738}"/>
          </ac:spMkLst>
        </pc:spChg>
        <pc:spChg chg="del">
          <ac:chgData name="LILBOAT G" userId="eab8e9be12066142" providerId="LiveId" clId="{D65CCD1B-0463-467E-8187-5B33021EE1A0}" dt="2026-03-30T19:33:49.678" v="922"/>
          <ac:spMkLst>
            <pc:docMk/>
            <pc:sldMk cId="1516369636" sldId="263"/>
            <ac:spMk id="3" creationId="{450FA5F9-AC3B-095D-A8AB-AA8A5B25FEF9}"/>
          </ac:spMkLst>
        </pc:spChg>
        <pc:spChg chg="add mod">
          <ac:chgData name="LILBOAT G" userId="eab8e9be12066142" providerId="LiveId" clId="{D65CCD1B-0463-467E-8187-5B33021EE1A0}" dt="2026-03-30T19:38:40.768" v="1048" actId="207"/>
          <ac:spMkLst>
            <pc:docMk/>
            <pc:sldMk cId="1516369636" sldId="263"/>
            <ac:spMk id="5" creationId="{A0945DE8-9CC5-06F6-3AA1-9C6DD6813013}"/>
          </ac:spMkLst>
        </pc:spChg>
        <pc:spChg chg="add mod">
          <ac:chgData name="LILBOAT G" userId="eab8e9be12066142" providerId="LiveId" clId="{D65CCD1B-0463-467E-8187-5B33021EE1A0}" dt="2026-03-30T20:38:53.836" v="1674" actId="207"/>
          <ac:spMkLst>
            <pc:docMk/>
            <pc:sldMk cId="1516369636" sldId="263"/>
            <ac:spMk id="7" creationId="{7B71B217-A702-A091-702B-8DE262BF1407}"/>
          </ac:spMkLst>
        </pc:spChg>
        <pc:graphicFrameChg chg="add mod">
          <ac:chgData name="LILBOAT G" userId="eab8e9be12066142" providerId="LiveId" clId="{D65CCD1B-0463-467E-8187-5B33021EE1A0}" dt="2026-03-30T19:41:03.695" v="1073" actId="1076"/>
          <ac:graphicFrameMkLst>
            <pc:docMk/>
            <pc:sldMk cId="1516369636" sldId="263"/>
            <ac:graphicFrameMk id="4" creationId="{52B9A7C6-3ED4-CBDF-056A-AEBC598EC15E}"/>
          </ac:graphicFrameMkLst>
        </pc:graphicFrameChg>
        <pc:graphicFrameChg chg="add mod">
          <ac:chgData name="LILBOAT G" userId="eab8e9be12066142" providerId="LiveId" clId="{D65CCD1B-0463-467E-8187-5B33021EE1A0}" dt="2026-03-30T19:41:15.749" v="1076" actId="14100"/>
          <ac:graphicFrameMkLst>
            <pc:docMk/>
            <pc:sldMk cId="1516369636" sldId="263"/>
            <ac:graphicFrameMk id="6" creationId="{BBBB6353-FA6C-1354-313F-E8078898F42E}"/>
          </ac:graphicFrameMkLst>
        </pc:graphicFrameChg>
      </pc:sldChg>
      <pc:sldChg chg="modSp new del mod">
        <pc:chgData name="LILBOAT G" userId="eab8e9be12066142" providerId="LiveId" clId="{D65CCD1B-0463-467E-8187-5B33021EE1A0}" dt="2026-03-30T19:15:06.084" v="896" actId="47"/>
        <pc:sldMkLst>
          <pc:docMk/>
          <pc:sldMk cId="3038993514" sldId="263"/>
        </pc:sldMkLst>
        <pc:spChg chg="mod">
          <ac:chgData name="LILBOAT G" userId="eab8e9be12066142" providerId="LiveId" clId="{D65CCD1B-0463-467E-8187-5B33021EE1A0}" dt="2026-03-30T19:11:30.860" v="876" actId="27636"/>
          <ac:spMkLst>
            <pc:docMk/>
            <pc:sldMk cId="3038993514" sldId="263"/>
            <ac:spMk id="3" creationId="{E2B850D8-DA9F-D9BE-E30C-21366A7CCB96}"/>
          </ac:spMkLst>
        </pc:spChg>
      </pc:sldChg>
      <pc:sldChg chg="addSp delSp modSp new mod setBg">
        <pc:chgData name="LILBOAT G" userId="eab8e9be12066142" providerId="LiveId" clId="{D65CCD1B-0463-467E-8187-5B33021EE1A0}" dt="2026-03-30T20:38:47.653" v="1673" actId="207"/>
        <pc:sldMkLst>
          <pc:docMk/>
          <pc:sldMk cId="1944180692" sldId="264"/>
        </pc:sldMkLst>
        <pc:spChg chg="del">
          <ac:chgData name="LILBOAT G" userId="eab8e9be12066142" providerId="LiveId" clId="{D65CCD1B-0463-467E-8187-5B33021EE1A0}" dt="2026-03-30T19:46:37.924" v="1123" actId="478"/>
          <ac:spMkLst>
            <pc:docMk/>
            <pc:sldMk cId="1944180692" sldId="264"/>
            <ac:spMk id="2" creationId="{656621FB-FE4B-A3FE-7EE8-E3A31957A5DF}"/>
          </ac:spMkLst>
        </pc:spChg>
        <pc:spChg chg="del">
          <ac:chgData name="LILBOAT G" userId="eab8e9be12066142" providerId="LiveId" clId="{D65CCD1B-0463-467E-8187-5B33021EE1A0}" dt="2026-03-30T19:46:39.900" v="1124" actId="478"/>
          <ac:spMkLst>
            <pc:docMk/>
            <pc:sldMk cId="1944180692" sldId="264"/>
            <ac:spMk id="3" creationId="{54ABAF16-B2D3-469C-9ECE-293E41578FBE}"/>
          </ac:spMkLst>
        </pc:spChg>
        <pc:spChg chg="add mod">
          <ac:chgData name="LILBOAT G" userId="eab8e9be12066142" providerId="LiveId" clId="{D65CCD1B-0463-467E-8187-5B33021EE1A0}" dt="2026-03-30T19:49:57.777" v="1153" actId="20577"/>
          <ac:spMkLst>
            <pc:docMk/>
            <pc:sldMk cId="1944180692" sldId="264"/>
            <ac:spMk id="4" creationId="{BD3F0A60-F468-3F81-A65A-8F3F7C5F75E5}"/>
          </ac:spMkLst>
        </pc:spChg>
        <pc:spChg chg="add mod">
          <ac:chgData name="LILBOAT G" userId="eab8e9be12066142" providerId="LiveId" clId="{D65CCD1B-0463-467E-8187-5B33021EE1A0}" dt="2026-03-30T19:55:48.225" v="1251" actId="313"/>
          <ac:spMkLst>
            <pc:docMk/>
            <pc:sldMk cId="1944180692" sldId="264"/>
            <ac:spMk id="5" creationId="{994BEE3B-143C-D924-9FC2-32C18104A925}"/>
          </ac:spMkLst>
        </pc:spChg>
        <pc:spChg chg="add mod">
          <ac:chgData name="LILBOAT G" userId="eab8e9be12066142" providerId="LiveId" clId="{D65CCD1B-0463-467E-8187-5B33021EE1A0}" dt="2026-03-30T20:38:47.653" v="1673" actId="207"/>
          <ac:spMkLst>
            <pc:docMk/>
            <pc:sldMk cId="1944180692" sldId="264"/>
            <ac:spMk id="7" creationId="{9858A659-7E7C-3A27-D437-D515F8DA8BFD}"/>
          </ac:spMkLst>
        </pc:spChg>
        <pc:graphicFrameChg chg="add mod">
          <ac:chgData name="LILBOAT G" userId="eab8e9be12066142" providerId="LiveId" clId="{D65CCD1B-0463-467E-8187-5B33021EE1A0}" dt="2026-03-30T19:55:41.835" v="1250" actId="1076"/>
          <ac:graphicFrameMkLst>
            <pc:docMk/>
            <pc:sldMk cId="1944180692" sldId="264"/>
            <ac:graphicFrameMk id="6" creationId="{809A10C9-7556-3E73-E3BF-2D76DED38643}"/>
          </ac:graphicFrameMkLst>
        </pc:graphicFrameChg>
        <pc:graphicFrameChg chg="add del mod">
          <ac:chgData name="LILBOAT G" userId="eab8e9be12066142" providerId="LiveId" clId="{D65CCD1B-0463-467E-8187-5B33021EE1A0}" dt="2026-03-30T19:54:44.846" v="1232" actId="478"/>
          <ac:graphicFrameMkLst>
            <pc:docMk/>
            <pc:sldMk cId="1944180692" sldId="264"/>
            <ac:graphicFrameMk id="8" creationId="{E13B5863-4D64-E61A-940C-647BC744A918}"/>
          </ac:graphicFrameMkLst>
        </pc:graphicFrameChg>
      </pc:sldChg>
      <pc:sldChg chg="addSp delSp modSp new del mod setBg">
        <pc:chgData name="LILBOAT G" userId="eab8e9be12066142" providerId="LiveId" clId="{D65CCD1B-0463-467E-8187-5B33021EE1A0}" dt="2026-03-30T20:29:22.294" v="1621" actId="47"/>
        <pc:sldMkLst>
          <pc:docMk/>
          <pc:sldMk cId="287332677" sldId="265"/>
        </pc:sldMkLst>
        <pc:spChg chg="del">
          <ac:chgData name="LILBOAT G" userId="eab8e9be12066142" providerId="LiveId" clId="{D65CCD1B-0463-467E-8187-5B33021EE1A0}" dt="2026-03-30T20:09:45.326" v="1304" actId="478"/>
          <ac:spMkLst>
            <pc:docMk/>
            <pc:sldMk cId="287332677" sldId="265"/>
            <ac:spMk id="2" creationId="{DD733DBC-E274-D986-A5CD-2021FA809916}"/>
          </ac:spMkLst>
        </pc:spChg>
        <pc:spChg chg="del">
          <ac:chgData name="LILBOAT G" userId="eab8e9be12066142" providerId="LiveId" clId="{D65CCD1B-0463-467E-8187-5B33021EE1A0}" dt="2026-03-30T20:09:42.167" v="1303" actId="478"/>
          <ac:spMkLst>
            <pc:docMk/>
            <pc:sldMk cId="287332677" sldId="265"/>
            <ac:spMk id="3" creationId="{4D0EA9B4-5F7A-D122-0686-D394B2B3B90D}"/>
          </ac:spMkLst>
        </pc:spChg>
        <pc:spChg chg="add mod">
          <ac:chgData name="LILBOAT G" userId="eab8e9be12066142" providerId="LiveId" clId="{D65CCD1B-0463-467E-8187-5B33021EE1A0}" dt="2026-03-30T20:10:27.913" v="1324" actId="20577"/>
          <ac:spMkLst>
            <pc:docMk/>
            <pc:sldMk cId="287332677" sldId="265"/>
            <ac:spMk id="4" creationId="{E8F0D83D-D853-7EDE-7776-A85126E6BDB7}"/>
          </ac:spMkLst>
        </pc:spChg>
        <pc:spChg chg="add mod">
          <ac:chgData name="LILBOAT G" userId="eab8e9be12066142" providerId="LiveId" clId="{D65CCD1B-0463-467E-8187-5B33021EE1A0}" dt="2026-03-30T20:11:08.753" v="1358" actId="20577"/>
          <ac:spMkLst>
            <pc:docMk/>
            <pc:sldMk cId="287332677" sldId="265"/>
            <ac:spMk id="5" creationId="{6C1B2D8E-E3D5-7191-747A-5AC2364E27D4}"/>
          </ac:spMkLst>
        </pc:spChg>
        <pc:spChg chg="add del mod">
          <ac:chgData name="LILBOAT G" userId="eab8e9be12066142" providerId="LiveId" clId="{D65CCD1B-0463-467E-8187-5B33021EE1A0}" dt="2026-03-30T20:18:48.986" v="1416" actId="478"/>
          <ac:spMkLst>
            <pc:docMk/>
            <pc:sldMk cId="287332677" sldId="265"/>
            <ac:spMk id="10" creationId="{74C4AF22-ADB2-804C-1E34-49718ED45518}"/>
          </ac:spMkLst>
        </pc:spChg>
        <pc:spChg chg="add del mod">
          <ac:chgData name="LILBOAT G" userId="eab8e9be12066142" providerId="LiveId" clId="{D65CCD1B-0463-467E-8187-5B33021EE1A0}" dt="2026-03-30T20:18:48.986" v="1416" actId="478"/>
          <ac:spMkLst>
            <pc:docMk/>
            <pc:sldMk cId="287332677" sldId="265"/>
            <ac:spMk id="11" creationId="{1607273A-CA10-27E0-59FF-C223748E6C24}"/>
          </ac:spMkLst>
        </pc:spChg>
        <pc:spChg chg="add del mod">
          <ac:chgData name="LILBOAT G" userId="eab8e9be12066142" providerId="LiveId" clId="{D65CCD1B-0463-467E-8187-5B33021EE1A0}" dt="2026-03-30T20:18:48.986" v="1416" actId="478"/>
          <ac:spMkLst>
            <pc:docMk/>
            <pc:sldMk cId="287332677" sldId="265"/>
            <ac:spMk id="12" creationId="{E63DB922-CAAD-48E3-22C5-C451B2C2BED2}"/>
          </ac:spMkLst>
        </pc:spChg>
        <pc:spChg chg="add del mod">
          <ac:chgData name="LILBOAT G" userId="eab8e9be12066142" providerId="LiveId" clId="{D65CCD1B-0463-467E-8187-5B33021EE1A0}" dt="2026-03-30T20:18:50.517" v="1417" actId="478"/>
          <ac:spMkLst>
            <pc:docMk/>
            <pc:sldMk cId="287332677" sldId="265"/>
            <ac:spMk id="13" creationId="{44AAC76E-A9D3-39EE-3FE2-6481EA14423C}"/>
          </ac:spMkLst>
        </pc:spChg>
        <pc:spChg chg="add mod">
          <ac:chgData name="LILBOAT G" userId="eab8e9be12066142" providerId="LiveId" clId="{D65CCD1B-0463-467E-8187-5B33021EE1A0}" dt="2026-03-30T20:23:03.569" v="1462" actId="1076"/>
          <ac:spMkLst>
            <pc:docMk/>
            <pc:sldMk cId="287332677" sldId="265"/>
            <ac:spMk id="14" creationId="{C22C0D5D-2F40-ADC7-D907-AA6FF2FC1F89}"/>
          </ac:spMkLst>
        </pc:spChg>
        <pc:spChg chg="add mod">
          <ac:chgData name="LILBOAT G" userId="eab8e9be12066142" providerId="LiveId" clId="{D65CCD1B-0463-467E-8187-5B33021EE1A0}" dt="2026-03-30T20:23:06.560" v="1463" actId="1076"/>
          <ac:spMkLst>
            <pc:docMk/>
            <pc:sldMk cId="287332677" sldId="265"/>
            <ac:spMk id="15" creationId="{0EF65EB1-3D56-2F37-183E-8BAA509B6E6E}"/>
          </ac:spMkLst>
        </pc:spChg>
        <pc:spChg chg="add mod">
          <ac:chgData name="LILBOAT G" userId="eab8e9be12066142" providerId="LiveId" clId="{D65CCD1B-0463-467E-8187-5B33021EE1A0}" dt="2026-03-30T20:23:16.312" v="1466" actId="1076"/>
          <ac:spMkLst>
            <pc:docMk/>
            <pc:sldMk cId="287332677" sldId="265"/>
            <ac:spMk id="16" creationId="{6962AC7D-12E7-916F-556A-DA5FE0348BC2}"/>
          </ac:spMkLst>
        </pc:spChg>
        <pc:spChg chg="add mod">
          <ac:chgData name="LILBOAT G" userId="eab8e9be12066142" providerId="LiveId" clId="{D65CCD1B-0463-467E-8187-5B33021EE1A0}" dt="2026-03-30T20:23:36.313" v="1469"/>
          <ac:spMkLst>
            <pc:docMk/>
            <pc:sldMk cId="287332677" sldId="265"/>
            <ac:spMk id="17" creationId="{27788B33-EB76-B854-E95B-2599F54AB017}"/>
          </ac:spMkLst>
        </pc:spChg>
        <pc:spChg chg="add mod">
          <ac:chgData name="LILBOAT G" userId="eab8e9be12066142" providerId="LiveId" clId="{D65CCD1B-0463-467E-8187-5B33021EE1A0}" dt="2026-03-30T20:22:23.636" v="1452" actId="1076"/>
          <ac:spMkLst>
            <pc:docMk/>
            <pc:sldMk cId="287332677" sldId="265"/>
            <ac:spMk id="18" creationId="{67E0C667-3616-6F1D-8655-6259F7E1D7AB}"/>
          </ac:spMkLst>
        </pc:spChg>
        <pc:graphicFrameChg chg="add del modGraphic">
          <ac:chgData name="LILBOAT G" userId="eab8e9be12066142" providerId="LiveId" clId="{D65CCD1B-0463-467E-8187-5B33021EE1A0}" dt="2026-03-30T20:13:58.798" v="1360" actId="1032"/>
          <ac:graphicFrameMkLst>
            <pc:docMk/>
            <pc:sldMk cId="287332677" sldId="265"/>
            <ac:graphicFrameMk id="6" creationId="{F39CB760-F105-80EE-2ED1-1F5992F75B7E}"/>
          </ac:graphicFrameMkLst>
        </pc:graphicFrameChg>
        <pc:graphicFrameChg chg="add del modGraphic">
          <ac:chgData name="LILBOAT G" userId="eab8e9be12066142" providerId="LiveId" clId="{D65CCD1B-0463-467E-8187-5B33021EE1A0}" dt="2026-03-30T20:15:15.801" v="1364" actId="1032"/>
          <ac:graphicFrameMkLst>
            <pc:docMk/>
            <pc:sldMk cId="287332677" sldId="265"/>
            <ac:graphicFrameMk id="7" creationId="{754C027D-9038-5D6D-E5A7-0809B7FA22A0}"/>
          </ac:graphicFrameMkLst>
        </pc:graphicFrameChg>
        <pc:graphicFrameChg chg="add del modGraphic">
          <ac:chgData name="LILBOAT G" userId="eab8e9be12066142" providerId="LiveId" clId="{D65CCD1B-0463-467E-8187-5B33021EE1A0}" dt="2026-03-30T20:15:33.350" v="1366" actId="1032"/>
          <ac:graphicFrameMkLst>
            <pc:docMk/>
            <pc:sldMk cId="287332677" sldId="265"/>
            <ac:graphicFrameMk id="8" creationId="{A657BC6C-8DBF-5B68-62C9-26AFFC7D7B1E}"/>
          </ac:graphicFrameMkLst>
        </pc:graphicFrameChg>
        <pc:graphicFrameChg chg="add del mod modGraphic">
          <ac:chgData name="LILBOAT G" userId="eab8e9be12066142" providerId="LiveId" clId="{D65CCD1B-0463-467E-8187-5B33021EE1A0}" dt="2026-03-30T20:18:06.602" v="1404" actId="1032"/>
          <ac:graphicFrameMkLst>
            <pc:docMk/>
            <pc:sldMk cId="287332677" sldId="265"/>
            <ac:graphicFrameMk id="9" creationId="{8E233CC1-E49D-A8F2-2211-B9B11F5B5695}"/>
          </ac:graphicFrameMkLst>
        </pc:graphicFrameChg>
      </pc:sldChg>
      <pc:sldChg chg="addSp delSp modSp new mod setBg">
        <pc:chgData name="LILBOAT G" userId="eab8e9be12066142" providerId="LiveId" clId="{D65CCD1B-0463-467E-8187-5B33021EE1A0}" dt="2026-03-30T20:38:40.386" v="1672" actId="1076"/>
        <pc:sldMkLst>
          <pc:docMk/>
          <pc:sldMk cId="1424415571" sldId="266"/>
        </pc:sldMkLst>
        <pc:spChg chg="del">
          <ac:chgData name="LILBOAT G" userId="eab8e9be12066142" providerId="LiveId" clId="{D65CCD1B-0463-467E-8187-5B33021EE1A0}" dt="2026-03-30T20:24:11.757" v="1471" actId="478"/>
          <ac:spMkLst>
            <pc:docMk/>
            <pc:sldMk cId="1424415571" sldId="266"/>
            <ac:spMk id="2" creationId="{59F00709-4A29-8528-EFFB-41A3037FE653}"/>
          </ac:spMkLst>
        </pc:spChg>
        <pc:spChg chg="del">
          <ac:chgData name="LILBOAT G" userId="eab8e9be12066142" providerId="LiveId" clId="{D65CCD1B-0463-467E-8187-5B33021EE1A0}" dt="2026-03-30T20:24:13.819" v="1472" actId="478"/>
          <ac:spMkLst>
            <pc:docMk/>
            <pc:sldMk cId="1424415571" sldId="266"/>
            <ac:spMk id="3" creationId="{D27F2810-2A47-A38C-71CE-85357C9CC7F6}"/>
          </ac:spMkLst>
        </pc:spChg>
        <pc:spChg chg="add del mod">
          <ac:chgData name="LILBOAT G" userId="eab8e9be12066142" providerId="LiveId" clId="{D65CCD1B-0463-467E-8187-5B33021EE1A0}" dt="2026-03-30T20:25:37.390" v="1595" actId="478"/>
          <ac:spMkLst>
            <pc:docMk/>
            <pc:sldMk cId="1424415571" sldId="266"/>
            <ac:spMk id="5" creationId="{C714A3EF-AC9F-353F-FFE6-E204713E8A68}"/>
          </ac:spMkLst>
        </pc:spChg>
        <pc:spChg chg="add del mod">
          <ac:chgData name="LILBOAT G" userId="eab8e9be12066142" providerId="LiveId" clId="{D65CCD1B-0463-467E-8187-5B33021EE1A0}" dt="2026-03-30T20:24:54.955" v="1478" actId="478"/>
          <ac:spMkLst>
            <pc:docMk/>
            <pc:sldMk cId="1424415571" sldId="266"/>
            <ac:spMk id="7" creationId="{1E91F227-A683-35B1-3A8D-03B0488ECF6D}"/>
          </ac:spMkLst>
        </pc:spChg>
        <pc:spChg chg="add mod">
          <ac:chgData name="LILBOAT G" userId="eab8e9be12066142" providerId="LiveId" clId="{D65CCD1B-0463-467E-8187-5B33021EE1A0}" dt="2026-03-30T20:25:02.771" v="1492" actId="20577"/>
          <ac:spMkLst>
            <pc:docMk/>
            <pc:sldMk cId="1424415571" sldId="266"/>
            <ac:spMk id="8" creationId="{DB9EFE7B-1CC4-F51B-B44D-A6A87AEDCB97}"/>
          </ac:spMkLst>
        </pc:spChg>
        <pc:spChg chg="add mod">
          <ac:chgData name="LILBOAT G" userId="eab8e9be12066142" providerId="LiveId" clId="{D65CCD1B-0463-467E-8187-5B33021EE1A0}" dt="2026-03-30T20:25:29.684" v="1592" actId="20577"/>
          <ac:spMkLst>
            <pc:docMk/>
            <pc:sldMk cId="1424415571" sldId="266"/>
            <ac:spMk id="9" creationId="{471E878F-D1AA-61F4-5481-2D6584A1B6F6}"/>
          </ac:spMkLst>
        </pc:spChg>
        <pc:spChg chg="add mod">
          <ac:chgData name="LILBOAT G" userId="eab8e9be12066142" providerId="LiveId" clId="{D65CCD1B-0463-467E-8187-5B33021EE1A0}" dt="2026-03-30T20:38:40.386" v="1672" actId="1076"/>
          <ac:spMkLst>
            <pc:docMk/>
            <pc:sldMk cId="1424415571" sldId="266"/>
            <ac:spMk id="10" creationId="{381FB14F-1594-C6FC-4283-B00CA12DDB61}"/>
          </ac:spMkLst>
        </pc:spChg>
        <pc:spChg chg="add mod">
          <ac:chgData name="LILBOAT G" userId="eab8e9be12066142" providerId="LiveId" clId="{D65CCD1B-0463-467E-8187-5B33021EE1A0}" dt="2026-03-30T20:38:40.386" v="1672" actId="1076"/>
          <ac:spMkLst>
            <pc:docMk/>
            <pc:sldMk cId="1424415571" sldId="266"/>
            <ac:spMk id="11" creationId="{A0E25289-7C66-B9D3-9993-20E7253167E8}"/>
          </ac:spMkLst>
        </pc:spChg>
        <pc:spChg chg="add mod">
          <ac:chgData name="LILBOAT G" userId="eab8e9be12066142" providerId="LiveId" clId="{D65CCD1B-0463-467E-8187-5B33021EE1A0}" dt="2026-03-30T20:38:40.386" v="1672" actId="1076"/>
          <ac:spMkLst>
            <pc:docMk/>
            <pc:sldMk cId="1424415571" sldId="266"/>
            <ac:spMk id="12" creationId="{AA2FB3D0-CB49-8950-CEE2-E67EE7133D3D}"/>
          </ac:spMkLst>
        </pc:spChg>
        <pc:spChg chg="add mod">
          <ac:chgData name="LILBOAT G" userId="eab8e9be12066142" providerId="LiveId" clId="{D65CCD1B-0463-467E-8187-5B33021EE1A0}" dt="2026-03-30T20:38:40.386" v="1672" actId="1076"/>
          <ac:spMkLst>
            <pc:docMk/>
            <pc:sldMk cId="1424415571" sldId="266"/>
            <ac:spMk id="13" creationId="{1EB83F62-0D68-65A6-7451-5620FE751EDB}"/>
          </ac:spMkLst>
        </pc:spChg>
        <pc:spChg chg="add mod">
          <ac:chgData name="LILBOAT G" userId="eab8e9be12066142" providerId="LiveId" clId="{D65CCD1B-0463-467E-8187-5B33021EE1A0}" dt="2026-03-30T20:38:40.386" v="1672" actId="1076"/>
          <ac:spMkLst>
            <pc:docMk/>
            <pc:sldMk cId="1424415571" sldId="266"/>
            <ac:spMk id="14" creationId="{5A3E9622-6948-1AC4-D68F-1444727C0A19}"/>
          </ac:spMkLst>
        </pc:spChg>
      </pc:sldChg>
      <pc:sldChg chg="addSp delSp modSp new mod setBg">
        <pc:chgData name="LILBOAT G" userId="eab8e9be12066142" providerId="LiveId" clId="{D65CCD1B-0463-467E-8187-5B33021EE1A0}" dt="2026-03-30T20:53:39.034" v="1880" actId="1076"/>
        <pc:sldMkLst>
          <pc:docMk/>
          <pc:sldMk cId="547682182" sldId="267"/>
        </pc:sldMkLst>
        <pc:spChg chg="del">
          <ac:chgData name="LILBOAT G" userId="eab8e9be12066142" providerId="LiveId" clId="{D65CCD1B-0463-467E-8187-5B33021EE1A0}" dt="2026-03-30T20:39:47.970" v="1679" actId="478"/>
          <ac:spMkLst>
            <pc:docMk/>
            <pc:sldMk cId="547682182" sldId="267"/>
            <ac:spMk id="2" creationId="{ED35FB19-896A-A23D-8EEB-6F6D1A3BD2F3}"/>
          </ac:spMkLst>
        </pc:spChg>
        <pc:spChg chg="del">
          <ac:chgData name="LILBOAT G" userId="eab8e9be12066142" providerId="LiveId" clId="{D65CCD1B-0463-467E-8187-5B33021EE1A0}" dt="2026-03-30T20:39:45.781" v="1678" actId="478"/>
          <ac:spMkLst>
            <pc:docMk/>
            <pc:sldMk cId="547682182" sldId="267"/>
            <ac:spMk id="3" creationId="{C5F7DD5D-CB9D-DCEE-E343-992DD47FA8B0}"/>
          </ac:spMkLst>
        </pc:spChg>
        <pc:spChg chg="add mod">
          <ac:chgData name="LILBOAT G" userId="eab8e9be12066142" providerId="LiveId" clId="{D65CCD1B-0463-467E-8187-5B33021EE1A0}" dt="2026-03-30T20:40:07.996" v="1697" actId="20577"/>
          <ac:spMkLst>
            <pc:docMk/>
            <pc:sldMk cId="547682182" sldId="267"/>
            <ac:spMk id="4" creationId="{E657DD38-20E6-8FDB-A4D5-673657D94612}"/>
          </ac:spMkLst>
        </pc:spChg>
        <pc:spChg chg="add mod">
          <ac:chgData name="LILBOAT G" userId="eab8e9be12066142" providerId="LiveId" clId="{D65CCD1B-0463-467E-8187-5B33021EE1A0}" dt="2026-03-30T20:42:35.627" v="1757"/>
          <ac:spMkLst>
            <pc:docMk/>
            <pc:sldMk cId="547682182" sldId="267"/>
            <ac:spMk id="5" creationId="{B20AE4E3-5246-A5B9-15DC-2C9999700146}"/>
          </ac:spMkLst>
        </pc:spChg>
        <pc:spChg chg="add mod">
          <ac:chgData name="LILBOAT G" userId="eab8e9be12066142" providerId="LiveId" clId="{D65CCD1B-0463-467E-8187-5B33021EE1A0}" dt="2026-03-30T20:53:03.939" v="1873" actId="1076"/>
          <ac:spMkLst>
            <pc:docMk/>
            <pc:sldMk cId="547682182" sldId="267"/>
            <ac:spMk id="7" creationId="{8360E58A-691F-B8B8-5322-81BEF815A440}"/>
          </ac:spMkLst>
        </pc:spChg>
        <pc:spChg chg="add mod">
          <ac:chgData name="LILBOAT G" userId="eab8e9be12066142" providerId="LiveId" clId="{D65CCD1B-0463-467E-8187-5B33021EE1A0}" dt="2026-03-30T20:53:03.939" v="1873" actId="1076"/>
          <ac:spMkLst>
            <pc:docMk/>
            <pc:sldMk cId="547682182" sldId="267"/>
            <ac:spMk id="8" creationId="{96FB2C11-5FEA-7161-28DA-BBA3139220DC}"/>
          </ac:spMkLst>
        </pc:spChg>
        <pc:spChg chg="add mod">
          <ac:chgData name="LILBOAT G" userId="eab8e9be12066142" providerId="LiveId" clId="{D65CCD1B-0463-467E-8187-5B33021EE1A0}" dt="2026-03-30T20:53:03.939" v="1873" actId="1076"/>
          <ac:spMkLst>
            <pc:docMk/>
            <pc:sldMk cId="547682182" sldId="267"/>
            <ac:spMk id="9" creationId="{002CD3F7-5BB1-B25E-B008-643237B8EB6A}"/>
          </ac:spMkLst>
        </pc:spChg>
        <pc:spChg chg="add mod">
          <ac:chgData name="LILBOAT G" userId="eab8e9be12066142" providerId="LiveId" clId="{D65CCD1B-0463-467E-8187-5B33021EE1A0}" dt="2026-03-30T20:53:03.939" v="1873" actId="1076"/>
          <ac:spMkLst>
            <pc:docMk/>
            <pc:sldMk cId="547682182" sldId="267"/>
            <ac:spMk id="10" creationId="{A15A09F9-839E-A08E-21F0-F83BDA24BC1B}"/>
          </ac:spMkLst>
        </pc:spChg>
        <pc:spChg chg="add mod">
          <ac:chgData name="LILBOAT G" userId="eab8e9be12066142" providerId="LiveId" clId="{D65CCD1B-0463-467E-8187-5B33021EE1A0}" dt="2026-03-30T20:53:03.939" v="1873" actId="1076"/>
          <ac:spMkLst>
            <pc:docMk/>
            <pc:sldMk cId="547682182" sldId="267"/>
            <ac:spMk id="11" creationId="{E2420797-6390-0388-996D-CA5DE1CE5BFD}"/>
          </ac:spMkLst>
        </pc:spChg>
        <pc:spChg chg="add mod">
          <ac:chgData name="LILBOAT G" userId="eab8e9be12066142" providerId="LiveId" clId="{D65CCD1B-0463-467E-8187-5B33021EE1A0}" dt="2026-03-30T20:53:39.034" v="1880" actId="1076"/>
          <ac:spMkLst>
            <pc:docMk/>
            <pc:sldMk cId="547682182" sldId="267"/>
            <ac:spMk id="12" creationId="{A01ABA57-6728-A368-3893-EEA266104D56}"/>
          </ac:spMkLst>
        </pc:spChg>
        <pc:graphicFrameChg chg="add del mod modGraphic">
          <ac:chgData name="LILBOAT G" userId="eab8e9be12066142" providerId="LiveId" clId="{D65CCD1B-0463-467E-8187-5B33021EE1A0}" dt="2026-03-30T20:42:35.455" v="1756" actId="1032"/>
          <ac:graphicFrameMkLst>
            <pc:docMk/>
            <pc:sldMk cId="547682182" sldId="267"/>
            <ac:graphicFrameMk id="6" creationId="{D46562F6-2394-6503-EB83-3D3BA4C593ED}"/>
          </ac:graphicFrameMkLst>
        </pc:graphicFrameChg>
      </pc:sldChg>
      <pc:sldChg chg="addSp delSp modSp add mod setBg">
        <pc:chgData name="LILBOAT G" userId="eab8e9be12066142" providerId="LiveId" clId="{D65CCD1B-0463-467E-8187-5B33021EE1A0}" dt="2026-03-30T21:03:57.937" v="2031" actId="1076"/>
        <pc:sldMkLst>
          <pc:docMk/>
          <pc:sldMk cId="499715722" sldId="268"/>
        </pc:sldMkLst>
        <pc:spChg chg="add mod">
          <ac:chgData name="LILBOAT G" userId="eab8e9be12066142" providerId="LiveId" clId="{D65CCD1B-0463-467E-8187-5B33021EE1A0}" dt="2026-03-30T21:01:38.169" v="1981" actId="1076"/>
          <ac:spMkLst>
            <pc:docMk/>
            <pc:sldMk cId="499715722" sldId="268"/>
            <ac:spMk id="4" creationId="{4377D366-CC16-079F-1881-B75359FEC9DB}"/>
          </ac:spMkLst>
        </pc:spChg>
        <pc:spChg chg="add mod">
          <ac:chgData name="LILBOAT G" userId="eab8e9be12066142" providerId="LiveId" clId="{D65CCD1B-0463-467E-8187-5B33021EE1A0}" dt="2026-03-30T21:01:38.169" v="1981" actId="1076"/>
          <ac:spMkLst>
            <pc:docMk/>
            <pc:sldMk cId="499715722" sldId="268"/>
            <ac:spMk id="5" creationId="{9BFBAECE-3DEC-648F-7B8F-E4D6016C93CD}"/>
          </ac:spMkLst>
        </pc:spChg>
        <pc:spChg chg="add mod">
          <ac:chgData name="LILBOAT G" userId="eab8e9be12066142" providerId="LiveId" clId="{D65CCD1B-0463-467E-8187-5B33021EE1A0}" dt="2026-03-30T21:01:38.169" v="1981" actId="1076"/>
          <ac:spMkLst>
            <pc:docMk/>
            <pc:sldMk cId="499715722" sldId="268"/>
            <ac:spMk id="6" creationId="{60AA572B-EE50-01A9-0FA7-83EEB3C84EAC}"/>
          </ac:spMkLst>
        </pc:spChg>
        <pc:spChg chg="add mod">
          <ac:chgData name="LILBOAT G" userId="eab8e9be12066142" providerId="LiveId" clId="{D65CCD1B-0463-467E-8187-5B33021EE1A0}" dt="2026-03-30T21:03:03.970" v="2024" actId="2711"/>
          <ac:spMkLst>
            <pc:docMk/>
            <pc:sldMk cId="499715722" sldId="268"/>
            <ac:spMk id="7" creationId="{5A8E355B-A46A-0B9B-778D-5D948D3BBFA2}"/>
          </ac:spMkLst>
        </pc:spChg>
        <pc:spChg chg="mod">
          <ac:chgData name="LILBOAT G" userId="eab8e9be12066142" providerId="LiveId" clId="{D65CCD1B-0463-467E-8187-5B33021EE1A0}" dt="2026-03-30T20:55:27.264" v="1896" actId="20577"/>
          <ac:spMkLst>
            <pc:docMk/>
            <pc:sldMk cId="499715722" sldId="268"/>
            <ac:spMk id="8" creationId="{51BFD00C-E70F-F4B5-0F8C-93365F827C0E}"/>
          </ac:spMkLst>
        </pc:spChg>
        <pc:spChg chg="mod">
          <ac:chgData name="LILBOAT G" userId="eab8e9be12066142" providerId="LiveId" clId="{D65CCD1B-0463-467E-8187-5B33021EE1A0}" dt="2026-03-30T20:55:56" v="1941"/>
          <ac:spMkLst>
            <pc:docMk/>
            <pc:sldMk cId="499715722" sldId="268"/>
            <ac:spMk id="9" creationId="{8F7B828E-37D3-E252-3E5A-0D26EFAA42A6}"/>
          </ac:spMkLst>
        </pc:spChg>
        <pc:spChg chg="del">
          <ac:chgData name="LILBOAT G" userId="eab8e9be12066142" providerId="LiveId" clId="{D65CCD1B-0463-467E-8187-5B33021EE1A0}" dt="2026-03-30T20:55:13.943" v="1882" actId="478"/>
          <ac:spMkLst>
            <pc:docMk/>
            <pc:sldMk cId="499715722" sldId="268"/>
            <ac:spMk id="10" creationId="{E0079A96-A29D-C3F4-78CF-63697F9A5422}"/>
          </ac:spMkLst>
        </pc:spChg>
        <pc:spChg chg="del">
          <ac:chgData name="LILBOAT G" userId="eab8e9be12066142" providerId="LiveId" clId="{D65CCD1B-0463-467E-8187-5B33021EE1A0}" dt="2026-03-30T20:55:13.943" v="1882" actId="478"/>
          <ac:spMkLst>
            <pc:docMk/>
            <pc:sldMk cId="499715722" sldId="268"/>
            <ac:spMk id="11" creationId="{C75C1FB5-B78B-D18C-BC6F-AA1C92E82842}"/>
          </ac:spMkLst>
        </pc:spChg>
        <pc:spChg chg="del">
          <ac:chgData name="LILBOAT G" userId="eab8e9be12066142" providerId="LiveId" clId="{D65CCD1B-0463-467E-8187-5B33021EE1A0}" dt="2026-03-30T20:55:13.943" v="1882" actId="478"/>
          <ac:spMkLst>
            <pc:docMk/>
            <pc:sldMk cId="499715722" sldId="268"/>
            <ac:spMk id="12" creationId="{67F5E2AD-4996-1E4A-F949-9CA9762F7FCF}"/>
          </ac:spMkLst>
        </pc:spChg>
        <pc:spChg chg="del">
          <ac:chgData name="LILBOAT G" userId="eab8e9be12066142" providerId="LiveId" clId="{D65CCD1B-0463-467E-8187-5B33021EE1A0}" dt="2026-03-30T20:55:13.943" v="1882" actId="478"/>
          <ac:spMkLst>
            <pc:docMk/>
            <pc:sldMk cId="499715722" sldId="268"/>
            <ac:spMk id="13" creationId="{5465FF42-9475-A399-30CA-97EDAD4CBE52}"/>
          </ac:spMkLst>
        </pc:spChg>
        <pc:spChg chg="del">
          <ac:chgData name="LILBOAT G" userId="eab8e9be12066142" providerId="LiveId" clId="{D65CCD1B-0463-467E-8187-5B33021EE1A0}" dt="2026-03-30T20:55:13.943" v="1882" actId="478"/>
          <ac:spMkLst>
            <pc:docMk/>
            <pc:sldMk cId="499715722" sldId="268"/>
            <ac:spMk id="14" creationId="{D62AE72A-A845-F18C-8CF0-68E77D16BEDE}"/>
          </ac:spMkLst>
        </pc:spChg>
        <pc:spChg chg="add mod">
          <ac:chgData name="LILBOAT G" userId="eab8e9be12066142" providerId="LiveId" clId="{D65CCD1B-0463-467E-8187-5B33021EE1A0}" dt="2026-03-30T21:03:03.970" v="2024" actId="2711"/>
          <ac:spMkLst>
            <pc:docMk/>
            <pc:sldMk cId="499715722" sldId="268"/>
            <ac:spMk id="15" creationId="{5A6A3AB2-3E0C-E130-1120-3704E78FEB70}"/>
          </ac:spMkLst>
        </pc:spChg>
        <pc:spChg chg="add mod">
          <ac:chgData name="LILBOAT G" userId="eab8e9be12066142" providerId="LiveId" clId="{D65CCD1B-0463-467E-8187-5B33021EE1A0}" dt="2026-03-30T21:03:03.970" v="2024" actId="2711"/>
          <ac:spMkLst>
            <pc:docMk/>
            <pc:sldMk cId="499715722" sldId="268"/>
            <ac:spMk id="16" creationId="{FFE0FFE6-2786-42A4-6F1F-C4B96811E542}"/>
          </ac:spMkLst>
        </pc:spChg>
        <pc:spChg chg="add mod">
          <ac:chgData name="LILBOAT G" userId="eab8e9be12066142" providerId="LiveId" clId="{D65CCD1B-0463-467E-8187-5B33021EE1A0}" dt="2026-03-30T21:03:57.937" v="2031" actId="1076"/>
          <ac:spMkLst>
            <pc:docMk/>
            <pc:sldMk cId="499715722" sldId="268"/>
            <ac:spMk id="18" creationId="{7D6651BA-F809-E3E3-DEFD-5B1C5C33C245}"/>
          </ac:spMkLst>
        </pc:spChg>
        <pc:cxnChg chg="add mod">
          <ac:chgData name="LILBOAT G" userId="eab8e9be12066142" providerId="LiveId" clId="{D65CCD1B-0463-467E-8187-5B33021EE1A0}" dt="2026-03-30T21:01:38.169" v="1981" actId="1076"/>
          <ac:cxnSpMkLst>
            <pc:docMk/>
            <pc:sldMk cId="499715722" sldId="268"/>
            <ac:cxnSpMk id="3" creationId="{361C4776-AE52-2588-F9CA-4240C5279B9A}"/>
          </ac:cxnSpMkLst>
        </pc:cxnChg>
      </pc:sldChg>
      <pc:sldChg chg="addSp delSp modSp add mod setBg">
        <pc:chgData name="LILBOAT G" userId="eab8e9be12066142" providerId="LiveId" clId="{D65CCD1B-0463-467E-8187-5B33021EE1A0}" dt="2026-03-30T21:13:51.823" v="2115"/>
        <pc:sldMkLst>
          <pc:docMk/>
          <pc:sldMk cId="3380306016" sldId="269"/>
        </pc:sldMkLst>
        <pc:spChg chg="mod">
          <ac:chgData name="LILBOAT G" userId="eab8e9be12066142" providerId="LiveId" clId="{D65CCD1B-0463-467E-8187-5B33021EE1A0}" dt="2026-03-30T21:12:16.582" v="2104" actId="207"/>
          <ac:spMkLst>
            <pc:docMk/>
            <pc:sldMk cId="3380306016" sldId="269"/>
            <ac:spMk id="2" creationId="{8B5F752C-748E-31D1-5AF9-096B63C73816}"/>
          </ac:spMkLst>
        </pc:spChg>
        <pc:spChg chg="del mod">
          <ac:chgData name="LILBOAT G" userId="eab8e9be12066142" providerId="LiveId" clId="{D65CCD1B-0463-467E-8187-5B33021EE1A0}" dt="2026-03-30T21:10:13.452" v="2043" actId="478"/>
          <ac:spMkLst>
            <pc:docMk/>
            <pc:sldMk cId="3380306016" sldId="269"/>
            <ac:spMk id="3" creationId="{A2FD60A2-1DD4-A279-FECB-A37C256EF9D5}"/>
          </ac:spMkLst>
        </pc:spChg>
        <pc:spChg chg="mod">
          <ac:chgData name="LILBOAT G" userId="eab8e9be12066142" providerId="LiveId" clId="{D65CCD1B-0463-467E-8187-5B33021EE1A0}" dt="2026-03-30T21:12:23.054" v="2106" actId="207"/>
          <ac:spMkLst>
            <pc:docMk/>
            <pc:sldMk cId="3380306016" sldId="269"/>
            <ac:spMk id="5" creationId="{A421B7D2-89DA-35BE-0E8E-F72AB9076437}"/>
          </ac:spMkLst>
        </pc:spChg>
        <pc:spChg chg="mod">
          <ac:chgData name="LILBOAT G" userId="eab8e9be12066142" providerId="LiveId" clId="{D65CCD1B-0463-467E-8187-5B33021EE1A0}" dt="2026-03-30T21:12:26.913" v="2107" actId="207"/>
          <ac:spMkLst>
            <pc:docMk/>
            <pc:sldMk cId="3380306016" sldId="269"/>
            <ac:spMk id="6" creationId="{4E366C23-39FD-CC8E-38C7-00F79E9F3AFC}"/>
          </ac:spMkLst>
        </pc:spChg>
        <pc:spChg chg="add del mod">
          <ac:chgData name="LILBOAT G" userId="eab8e9be12066142" providerId="LiveId" clId="{D65CCD1B-0463-467E-8187-5B33021EE1A0}" dt="2026-03-30T21:10:17.602" v="2044" actId="478"/>
          <ac:spMkLst>
            <pc:docMk/>
            <pc:sldMk cId="3380306016" sldId="269"/>
            <ac:spMk id="9" creationId="{8A1A7286-369B-F287-700A-A45BD137BCBC}"/>
          </ac:spMkLst>
        </pc:spChg>
        <pc:spChg chg="add del mod">
          <ac:chgData name="LILBOAT G" userId="eab8e9be12066142" providerId="LiveId" clId="{D65CCD1B-0463-467E-8187-5B33021EE1A0}" dt="2026-03-30T21:11:28.189" v="2099" actId="478"/>
          <ac:spMkLst>
            <pc:docMk/>
            <pc:sldMk cId="3380306016" sldId="269"/>
            <ac:spMk id="10" creationId="{2522090A-926D-74E1-6677-07195D1A2987}"/>
          </ac:spMkLst>
        </pc:spChg>
        <pc:spChg chg="add mod">
          <ac:chgData name="LILBOAT G" userId="eab8e9be12066142" providerId="LiveId" clId="{D65CCD1B-0463-467E-8187-5B33021EE1A0}" dt="2026-03-30T21:12:11.474" v="2103" actId="207"/>
          <ac:spMkLst>
            <pc:docMk/>
            <pc:sldMk cId="3380306016" sldId="269"/>
            <ac:spMk id="11" creationId="{84EB481C-FAD1-AB2E-CBF0-F69E6B06A57B}"/>
          </ac:spMkLst>
        </pc:spChg>
        <pc:spChg chg="add mod">
          <ac:chgData name="LILBOAT G" userId="eab8e9be12066142" providerId="LiveId" clId="{D65CCD1B-0463-467E-8187-5B33021EE1A0}" dt="2026-03-30T21:13:25.820" v="2109"/>
          <ac:spMkLst>
            <pc:docMk/>
            <pc:sldMk cId="3380306016" sldId="269"/>
            <ac:spMk id="12" creationId="{A173771A-77DB-C84F-D808-8E4F5677A0DE}"/>
          </ac:spMkLst>
        </pc:spChg>
        <pc:spChg chg="add mod">
          <ac:chgData name="LILBOAT G" userId="eab8e9be12066142" providerId="LiveId" clId="{D65CCD1B-0463-467E-8187-5B33021EE1A0}" dt="2026-03-30T21:13:51.823" v="2115"/>
          <ac:spMkLst>
            <pc:docMk/>
            <pc:sldMk cId="3380306016" sldId="269"/>
            <ac:spMk id="13" creationId="{4B525C0B-871B-4A75-4E33-9923B7AC289C}"/>
          </ac:spMkLst>
        </pc:spChg>
        <pc:picChg chg="add del mod">
          <ac:chgData name="LILBOAT G" userId="eab8e9be12066142" providerId="LiveId" clId="{D65CCD1B-0463-467E-8187-5B33021EE1A0}" dt="2026-03-30T21:09:43.491" v="2040" actId="478"/>
          <ac:picMkLst>
            <pc:docMk/>
            <pc:sldMk cId="3380306016" sldId="269"/>
            <ac:picMk id="7" creationId="{C106D001-6708-2837-1262-9100299D0CFB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ARCONATIONWRW\Downloads\DATA%20FOR%20BRIGHTLEARN%20ASSIGNMEN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ARCONATIONWRW\Downloads\DATA%20FOR%20BRIGHTLEARN%20ASSIGNMEN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ARCONATIONWRW\Downloads\DATA%20FOR%20BRIGHTLEARN%20ASSIGNMENT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ARCONATIONWRW\Downloads\DATA%20FOR%20BRIGHTLEARN%20ASSIGNMENT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ARCONATIONWRW\Downloads\DATA%20FOR%20BRIGHTLEARN%20ASSIGNMENT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ARCONATIONWRW\Downloads\DATA%20FOR%20BRIGHTLEARN%20ASSIGNMENT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ARCONATIONWRW\Downloads\DATA%20FOR%20BRIGHTLEARN%20ASSIGNMENT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[DATA FOR BRIGHTLEARN ASSIGNMENT.xlsx]Revenue contribution by product!PivotTable4</c:name>
    <c:fmtId val="3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ZA" sz="1600" b="1" i="0" u="none" strike="noStrike" baseline="0"/>
              <a:t>Revenue by Product Category (Jan–Jun 2023)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22678979742193811"/>
          <c:y val="0.27460447652376785"/>
          <c:w val="0.71515619181755341"/>
          <c:h val="0.61836650627004963"/>
        </c:manualLayout>
      </c:layout>
      <c:bar3DChart>
        <c:barDir val="bar"/>
        <c:grouping val="clustered"/>
        <c:varyColors val="0"/>
        <c:ser>
          <c:idx val="0"/>
          <c:order val="0"/>
          <c:tx>
            <c:strRef>
              <c:f>'Revenue contribution by product'!$B$25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C8860A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'Revenue contribution by product'!$A$26:$A$35</c:f>
              <c:strCache>
                <c:ptCount val="9"/>
                <c:pt idx="0">
                  <c:v>Coffee</c:v>
                </c:pt>
                <c:pt idx="1">
                  <c:v>Tea</c:v>
                </c:pt>
                <c:pt idx="2">
                  <c:v>Bakery</c:v>
                </c:pt>
                <c:pt idx="3">
                  <c:v>Drinking Chocolate</c:v>
                </c:pt>
                <c:pt idx="4">
                  <c:v>Coffee beans</c:v>
                </c:pt>
                <c:pt idx="5">
                  <c:v>Branded</c:v>
                </c:pt>
                <c:pt idx="6">
                  <c:v>Loose Tea</c:v>
                </c:pt>
                <c:pt idx="7">
                  <c:v>Flavours</c:v>
                </c:pt>
                <c:pt idx="8">
                  <c:v>Packaged Chocolate</c:v>
                </c:pt>
              </c:strCache>
            </c:strRef>
          </c:cat>
          <c:val>
            <c:numRef>
              <c:f>'Revenue contribution by product'!$B$26:$B$35</c:f>
              <c:numCache>
                <c:formatCode>General</c:formatCode>
                <c:ptCount val="9"/>
                <c:pt idx="0">
                  <c:v>269952.4500000191</c:v>
                </c:pt>
                <c:pt idx="1">
                  <c:v>196405.95000000976</c:v>
                </c:pt>
                <c:pt idx="2">
                  <c:v>82315.640000000029</c:v>
                </c:pt>
                <c:pt idx="3">
                  <c:v>72416</c:v>
                </c:pt>
                <c:pt idx="4">
                  <c:v>40085.249999999985</c:v>
                </c:pt>
                <c:pt idx="5">
                  <c:v>13607</c:v>
                </c:pt>
                <c:pt idx="6">
                  <c:v>11213.600000000089</c:v>
                </c:pt>
                <c:pt idx="7">
                  <c:v>8408.8000000008742</c:v>
                </c:pt>
                <c:pt idx="8">
                  <c:v>4407.6399999999885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206-4506-B7BA-AAEF240C763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838195711"/>
        <c:axId val="838196191"/>
        <c:axId val="0"/>
      </c:bar3DChart>
      <c:catAx>
        <c:axId val="838195711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38196191"/>
        <c:crosses val="autoZero"/>
        <c:auto val="1"/>
        <c:lblAlgn val="ctr"/>
        <c:lblOffset val="100"/>
        <c:noMultiLvlLbl val="0"/>
      </c:catAx>
      <c:valAx>
        <c:axId val="83819619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381957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[DATA FOR BRIGHTLEARN ASSIGNMENT.xlsx]Revenue contribution by product!PivotTable10</c:name>
    <c:fmtId val="16"/>
  </c:pivotSource>
  <c:chart>
    <c:autoTitleDeleted val="1"/>
    <c:pivotFmts>
      <c:pivotFmt>
        <c:idx val="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</c:pivotFmts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'Revenue contribution by product'!$B$3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EB41-4B56-8856-40EC87B101C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EB41-4B56-8856-40EC87B101C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EB41-4B56-8856-40EC87B101CB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EB41-4B56-8856-40EC87B101CB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9-EB41-4B56-8856-40EC87B101CB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B-EB41-4B56-8856-40EC87B101CB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D-EB41-4B56-8856-40EC87B101CB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F-EB41-4B56-8856-40EC87B101CB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1-EB41-4B56-8856-40EC87B101C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C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'Revenue contribution by product'!$A$4:$A$13</c:f>
              <c:strCache>
                <c:ptCount val="9"/>
                <c:pt idx="0">
                  <c:v>Bakery</c:v>
                </c:pt>
                <c:pt idx="1">
                  <c:v>Branded</c:v>
                </c:pt>
                <c:pt idx="2">
                  <c:v>Coffee</c:v>
                </c:pt>
                <c:pt idx="3">
                  <c:v>Coffee beans</c:v>
                </c:pt>
                <c:pt idx="4">
                  <c:v>Drinking Chocolate</c:v>
                </c:pt>
                <c:pt idx="5">
                  <c:v>Flavours</c:v>
                </c:pt>
                <c:pt idx="6">
                  <c:v>Loose Tea</c:v>
                </c:pt>
                <c:pt idx="7">
                  <c:v>Packaged Chocolate</c:v>
                </c:pt>
                <c:pt idx="8">
                  <c:v>Tea</c:v>
                </c:pt>
              </c:strCache>
            </c:strRef>
          </c:cat>
          <c:val>
            <c:numRef>
              <c:f>'Revenue contribution by product'!$B$4:$B$13</c:f>
              <c:numCache>
                <c:formatCode>0.00%</c:formatCode>
                <c:ptCount val="9"/>
                <c:pt idx="0">
                  <c:v>0.1177936285125314</c:v>
                </c:pt>
                <c:pt idx="1">
                  <c:v>1.9471608350126589E-2</c:v>
                </c:pt>
                <c:pt idx="2">
                  <c:v>0.38630178434316914</c:v>
                </c:pt>
                <c:pt idx="3">
                  <c:v>5.7361967268090806E-2</c:v>
                </c:pt>
                <c:pt idx="4">
                  <c:v>0.10362724996566232</c:v>
                </c:pt>
                <c:pt idx="5">
                  <c:v>1.2032987454586719E-2</c:v>
                </c:pt>
                <c:pt idx="6">
                  <c:v>1.6046654471594125E-2</c:v>
                </c:pt>
                <c:pt idx="7">
                  <c:v>6.307330038094491E-3</c:v>
                </c:pt>
                <c:pt idx="8">
                  <c:v>0.28105678959614433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EB41-4B56-8856-40EC87B101CB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[DATA FOR BRIGHTLEARN ASSIGNMENT.xlsx]Store Performance!PivotTable2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ZA" sz="1600" b="1" i="0" u="none" strike="noStrike" baseline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Revenue by Store Location (Jan–Jun 2023)</a:t>
            </a:r>
            <a:endParaRPr lang="en-US" b="1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dLbl>
          <c:idx val="0"/>
          <c:layout>
            <c:manualLayout>
              <c:x val="4.3634064805175621E-2"/>
              <c:y val="-3.156862696358461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dLbl>
          <c:idx val="0"/>
          <c:layout>
            <c:manualLayout>
              <c:x val="3.3937605959581056E-2"/>
              <c:y val="-2.705882311164396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dLbl>
          <c:idx val="0"/>
          <c:layout>
            <c:manualLayout>
              <c:x val="3.3937605959581035E-2"/>
              <c:y val="-1.803921540776261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dLbl>
          <c:idx val="0"/>
          <c:layout>
            <c:manualLayout>
              <c:x val="6.5451097207763431E-2"/>
              <c:y val="-2.705882311164392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dLbl>
          <c:idx val="0"/>
          <c:layout>
            <c:manualLayout>
              <c:x val="4.8482294227972907E-2"/>
              <c:y val="-1.803921540776261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dLbl>
          <c:idx val="0"/>
          <c:layout>
            <c:manualLayout>
              <c:x val="5.3330523650770199E-2"/>
              <c:y val="-1.803921540776269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dLbl>
          <c:idx val="0"/>
          <c:layout>
            <c:manualLayout>
              <c:x val="3.3937605959581056E-2"/>
              <c:y val="-2.705882311164396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dLbl>
          <c:idx val="0"/>
          <c:layout>
            <c:manualLayout>
              <c:x val="3.3937605959581035E-2"/>
              <c:y val="-1.803921540776261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dLbl>
          <c:idx val="0"/>
          <c:layout>
            <c:manualLayout>
              <c:x val="4.3634064805175621E-2"/>
              <c:y val="-3.156862696358461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dLbl>
          <c:idx val="0"/>
          <c:layout>
            <c:manualLayout>
              <c:x val="5.3330523650770199E-2"/>
              <c:y val="-1.803921540776269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dLbl>
          <c:idx val="0"/>
          <c:layout>
            <c:manualLayout>
              <c:x val="4.8482294227972907E-2"/>
              <c:y val="-1.803921540776261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dLbl>
          <c:idx val="0"/>
          <c:layout>
            <c:manualLayout>
              <c:x val="6.5451097207763431E-2"/>
              <c:y val="-2.705882311164392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dLbl>
          <c:idx val="0"/>
          <c:layout>
            <c:manualLayout>
              <c:x val="3.3937605959581056E-2"/>
              <c:y val="-2.705882311164396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dLbl>
          <c:idx val="0"/>
          <c:layout>
            <c:manualLayout>
              <c:x val="3.3937605959581035E-2"/>
              <c:y val="-1.803921540776261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dLbl>
          <c:idx val="0"/>
          <c:layout>
            <c:manualLayout>
              <c:x val="4.3634064805175621E-2"/>
              <c:y val="-3.156862696358461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dLbl>
          <c:idx val="0"/>
          <c:layout>
            <c:manualLayout>
              <c:x val="5.3330523650770199E-2"/>
              <c:y val="-1.803921540776269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dLbl>
          <c:idx val="0"/>
          <c:layout>
            <c:manualLayout>
              <c:x val="4.8482294227972907E-2"/>
              <c:y val="-1.803921540776261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dLbl>
          <c:idx val="0"/>
          <c:layout>
            <c:manualLayout>
              <c:x val="6.5451097207763431E-2"/>
              <c:y val="-2.705882311164392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'Store Performance'!$B$3</c:f>
              <c:strCache>
                <c:ptCount val="1"/>
                <c:pt idx="0">
                  <c:v>Total Revenue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dLbls>
            <c:dLbl>
              <c:idx val="0"/>
              <c:layout>
                <c:manualLayout>
                  <c:x val="3.3937605959581056E-2"/>
                  <c:y val="-2.705882311164396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C697-469A-96B3-8F4283EF725A}"/>
                </c:ext>
              </c:extLst>
            </c:dLbl>
            <c:dLbl>
              <c:idx val="1"/>
              <c:layout>
                <c:manualLayout>
                  <c:x val="3.3937605959581035E-2"/>
                  <c:y val="-1.803921540776261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697-469A-96B3-8F4283EF725A}"/>
                </c:ext>
              </c:extLst>
            </c:dLbl>
            <c:dLbl>
              <c:idx val="2"/>
              <c:layout>
                <c:manualLayout>
                  <c:x val="4.3634064805175621E-2"/>
                  <c:y val="-3.156862696358461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C697-469A-96B3-8F4283EF725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'Store Performance'!$A$4:$A$7</c:f>
              <c:strCache>
                <c:ptCount val="3"/>
                <c:pt idx="0">
                  <c:v>Astoria</c:v>
                </c:pt>
                <c:pt idx="1">
                  <c:v>Hell's Kitchen</c:v>
                </c:pt>
                <c:pt idx="2">
                  <c:v>Lower Manhattan</c:v>
                </c:pt>
              </c:strCache>
            </c:strRef>
          </c:cat>
          <c:val>
            <c:numRef>
              <c:f>'Store Performance'!$B$4:$B$7</c:f>
              <c:numCache>
                <c:formatCode>"R"#\ ##0.00</c:formatCode>
                <c:ptCount val="3"/>
                <c:pt idx="0">
                  <c:v>232243.91000000975</c:v>
                </c:pt>
                <c:pt idx="1">
                  <c:v>236511.17000000973</c:v>
                </c:pt>
                <c:pt idx="2">
                  <c:v>230057.25000000748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697-469A-96B3-8F4283EF725A}"/>
            </c:ext>
          </c:extLst>
        </c:ser>
        <c:ser>
          <c:idx val="1"/>
          <c:order val="1"/>
          <c:tx>
            <c:strRef>
              <c:f>'Store Performance'!$C$3</c:f>
              <c:strCache>
                <c:ptCount val="1"/>
                <c:pt idx="0">
                  <c:v>Quantity Sold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dLbls>
            <c:dLbl>
              <c:idx val="0"/>
              <c:layout>
                <c:manualLayout>
                  <c:x val="5.3330523650770199E-2"/>
                  <c:y val="-1.803921540776269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C697-469A-96B3-8F4283EF725A}"/>
                </c:ext>
              </c:extLst>
            </c:dLbl>
            <c:dLbl>
              <c:idx val="1"/>
              <c:layout>
                <c:manualLayout>
                  <c:x val="4.8482294227972907E-2"/>
                  <c:y val="-1.803921540776261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697-469A-96B3-8F4283EF725A}"/>
                </c:ext>
              </c:extLst>
            </c:dLbl>
            <c:dLbl>
              <c:idx val="2"/>
              <c:layout>
                <c:manualLayout>
                  <c:x val="6.5451097207763431E-2"/>
                  <c:y val="-2.705882311164392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C697-469A-96B3-8F4283EF725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'Store Performance'!$A$4:$A$7</c:f>
              <c:strCache>
                <c:ptCount val="3"/>
                <c:pt idx="0">
                  <c:v>Astoria</c:v>
                </c:pt>
                <c:pt idx="1">
                  <c:v>Hell's Kitchen</c:v>
                </c:pt>
                <c:pt idx="2">
                  <c:v>Lower Manhattan</c:v>
                </c:pt>
              </c:strCache>
            </c:strRef>
          </c:cat>
          <c:val>
            <c:numRef>
              <c:f>'Store Performance'!$C$4:$C$7</c:f>
              <c:numCache>
                <c:formatCode>#,##0.00</c:formatCode>
                <c:ptCount val="3"/>
                <c:pt idx="0">
                  <c:v>70991</c:v>
                </c:pt>
                <c:pt idx="1">
                  <c:v>71737</c:v>
                </c:pt>
                <c:pt idx="2">
                  <c:v>71742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C697-469A-96B3-8F4283EF725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873802207"/>
        <c:axId val="873801727"/>
        <c:axId val="0"/>
      </c:bar3DChart>
      <c:catAx>
        <c:axId val="8738022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73801727"/>
        <c:crosses val="autoZero"/>
        <c:auto val="1"/>
        <c:lblAlgn val="ctr"/>
        <c:lblOffset val="100"/>
        <c:noMultiLvlLbl val="0"/>
      </c:catAx>
      <c:valAx>
        <c:axId val="873801727"/>
        <c:scaling>
          <c:orientation val="minMax"/>
        </c:scaling>
        <c:delete val="1"/>
        <c:axPos val="l"/>
        <c:numFmt formatCode="&quot;R&quot;#\ ##0.00" sourceLinked="1"/>
        <c:majorTickMark val="none"/>
        <c:minorTickMark val="none"/>
        <c:tickLblPos val="nextTo"/>
        <c:crossAx val="87380220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[DATA FOR BRIGHTLEARN ASSIGNMENT.xlsx]Store Performance!PivotTable1</c:name>
    <c:fmtId val="-1"/>
  </c:pivotSource>
  <c:chart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3"/>
            </a:solidFill>
            <a:ln w="9525">
              <a:solidFill>
                <a:schemeClr val="accent3"/>
              </a:solidFill>
            </a:ln>
            <a:effectLst/>
          </c:spPr>
        </c:marker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52889972731865"/>
          <c:y val="0.21264010774861752"/>
          <c:w val="0.77729365103856385"/>
          <c:h val="0.7213925519041857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'Store Performance'!$B$21:$B$22</c:f>
              <c:strCache>
                <c:ptCount val="1"/>
                <c:pt idx="0">
                  <c:v>Astoria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'Store Performance'!$A$23:$A$29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'Store Performance'!$B$23:$B$29</c:f>
              <c:numCache>
                <c:formatCode>"R"#\ ##0.00</c:formatCode>
                <c:ptCount val="6"/>
                <c:pt idx="0">
                  <c:v>27313.660000000076</c:v>
                </c:pt>
                <c:pt idx="1">
                  <c:v>25105.340000000077</c:v>
                </c:pt>
                <c:pt idx="2">
                  <c:v>32835.430000000029</c:v>
                </c:pt>
                <c:pt idx="3">
                  <c:v>39477.609999999833</c:v>
                </c:pt>
                <c:pt idx="4">
                  <c:v>52428.759999999318</c:v>
                </c:pt>
                <c:pt idx="5">
                  <c:v>55083.109999999266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24-47A5-BF1C-CC2E03A5209C}"/>
            </c:ext>
          </c:extLst>
        </c:ser>
        <c:ser>
          <c:idx val="1"/>
          <c:order val="1"/>
          <c:tx>
            <c:strRef>
              <c:f>'Store Performance'!$C$21:$C$22</c:f>
              <c:strCache>
                <c:ptCount val="1"/>
                <c:pt idx="0">
                  <c:v>Hell's Kitchen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'Store Performance'!$A$23:$A$29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'Store Performance'!$C$23:$C$29</c:f>
              <c:numCache>
                <c:formatCode>"R"#\ ##0.00</c:formatCode>
                <c:ptCount val="6"/>
                <c:pt idx="0">
                  <c:v>27820.649999999969</c:v>
                </c:pt>
                <c:pt idx="1">
                  <c:v>25719.799999999963</c:v>
                </c:pt>
                <c:pt idx="2">
                  <c:v>33110.569999999854</c:v>
                </c:pt>
                <c:pt idx="3">
                  <c:v>40304.139999999745</c:v>
                </c:pt>
                <c:pt idx="4">
                  <c:v>52598.929999999375</c:v>
                </c:pt>
                <c:pt idx="5">
                  <c:v>56957.079999999347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724-47A5-BF1C-CC2E03A5209C}"/>
            </c:ext>
          </c:extLst>
        </c:ser>
        <c:ser>
          <c:idx val="2"/>
          <c:order val="2"/>
          <c:tx>
            <c:strRef>
              <c:f>'Store Performance'!$D$21:$D$22</c:f>
              <c:strCache>
                <c:ptCount val="1"/>
                <c:pt idx="0">
                  <c:v>Lower Manhattan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'Store Performance'!$A$23:$A$29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'Store Performance'!$D$23:$D$29</c:f>
              <c:numCache>
                <c:formatCode>"R"#\ ##0.00</c:formatCode>
                <c:ptCount val="6"/>
                <c:pt idx="0">
                  <c:v>26543.429999999942</c:v>
                </c:pt>
                <c:pt idx="1">
                  <c:v>25320.049999999905</c:v>
                </c:pt>
                <c:pt idx="2">
                  <c:v>32888.679999999811</c:v>
                </c:pt>
                <c:pt idx="3">
                  <c:v>39159.329999999653</c:v>
                </c:pt>
                <c:pt idx="4">
                  <c:v>51700.069999999592</c:v>
                </c:pt>
                <c:pt idx="5">
                  <c:v>54445.689999999653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724-47A5-BF1C-CC2E03A520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7367376"/>
        <c:axId val="77367856"/>
      </c:barChart>
      <c:catAx>
        <c:axId val="773673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7367856"/>
        <c:crosses val="autoZero"/>
        <c:auto val="1"/>
        <c:lblAlgn val="ctr"/>
        <c:lblOffset val="100"/>
        <c:noMultiLvlLbl val="0"/>
      </c:catAx>
      <c:valAx>
        <c:axId val="77367856"/>
        <c:scaling>
          <c:orientation val="minMax"/>
        </c:scaling>
        <c:delete val="0"/>
        <c:axPos val="l"/>
        <c:numFmt formatCode="&quot;R&quot;#\ 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73673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1977511125486496"/>
          <c:y val="0.1824912488671416"/>
          <c:w val="0.13202049877636032"/>
          <c:h val="0.2463802249578382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[DATA FOR BRIGHTLEARN ASSIGNMENT.xlsx]Busiest &amp; Slowest trading hours!PivotTable5</c:name>
    <c:fmtId val="2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ZA" sz="1400" b="1" i="0" u="none" strike="noStrike" baseline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Transactions by Time of Day (Jan–Jun 2023)</a:t>
            </a:r>
            <a:endParaRPr lang="en-ZA" b="1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ZA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0.19612022954934377"/>
              <c:y val="9.2592592592591737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0.32349728585458765"/>
              <c:y val="9.2592592592592587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0.57218582435530196"/>
              <c:y val="0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0.57218582435530196"/>
              <c:y val="0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0.32349728585458765"/>
              <c:y val="9.2592592592592587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0.19612022954934377"/>
              <c:y val="9.2592592592591737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0.57218582435530196"/>
              <c:y val="0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0.32349728585458765"/>
              <c:y val="9.2592592592592587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0.19612022954934377"/>
              <c:y val="9.2592592592591737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'Busiest &amp; Slowest trading hours'!$B$25</c:f>
              <c:strCache>
                <c:ptCount val="1"/>
                <c:pt idx="0">
                  <c:v>Percentage 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7847461866179771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DEFA-4D65-9214-878F48F8EC51}"/>
                </c:ext>
              </c:extLst>
            </c:dLbl>
            <c:dLbl>
              <c:idx val="1"/>
              <c:layout>
                <c:manualLayout>
                  <c:x val="0.43340066187378751"/>
                  <c:y val="9.259220956864301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EFA-4D65-9214-878F48F8EC51}"/>
                </c:ext>
              </c:extLst>
            </c:dLbl>
            <c:dLbl>
              <c:idx val="2"/>
              <c:layout>
                <c:manualLayout>
                  <c:x val="0.22993666552550496"/>
                  <c:y val="9.259220956864249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DEFA-4D65-9214-878F48F8EC5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'Busiest &amp; Slowest trading hours'!$A$26:$A$29</c:f>
              <c:strCache>
                <c:ptCount val="3"/>
                <c:pt idx="0">
                  <c:v>01.Morning</c:v>
                </c:pt>
                <c:pt idx="1">
                  <c:v>02.Afternoon</c:v>
                </c:pt>
                <c:pt idx="2">
                  <c:v>03.Evening</c:v>
                </c:pt>
              </c:strCache>
            </c:strRef>
          </c:cat>
          <c:val>
            <c:numRef>
              <c:f>'Busiest &amp; Slowest trading hours'!$B$26:$B$29</c:f>
              <c:numCache>
                <c:formatCode>0.00%</c:formatCode>
                <c:ptCount val="3"/>
                <c:pt idx="0">
                  <c:v>0.55564083993766156</c:v>
                </c:pt>
                <c:pt idx="1">
                  <c:v>0.2929553775904416</c:v>
                </c:pt>
                <c:pt idx="2">
                  <c:v>0.15140378247189692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EFA-4D65-9214-878F48F8EC51}"/>
            </c:ext>
          </c:extLst>
        </c:ser>
        <c:ser>
          <c:idx val="1"/>
          <c:order val="1"/>
          <c:tx>
            <c:strRef>
              <c:f>'Busiest &amp; Slowest trading hours'!$C$25</c:f>
              <c:strCache>
                <c:ptCount val="1"/>
                <c:pt idx="0">
                  <c:v>Tranassactions 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'Busiest &amp; Slowest trading hours'!$A$26:$A$29</c:f>
              <c:strCache>
                <c:ptCount val="3"/>
                <c:pt idx="0">
                  <c:v>01.Morning</c:v>
                </c:pt>
                <c:pt idx="1">
                  <c:v>02.Afternoon</c:v>
                </c:pt>
                <c:pt idx="2">
                  <c:v>03.Evening</c:v>
                </c:pt>
              </c:strCache>
            </c:strRef>
          </c:cat>
          <c:val>
            <c:numRef>
              <c:f>'Busiest &amp; Slowest trading hours'!$C$26:$C$29</c:f>
              <c:numCache>
                <c:formatCode>General</c:formatCode>
                <c:ptCount val="3"/>
                <c:pt idx="0">
                  <c:v>117629</c:v>
                </c:pt>
                <c:pt idx="1">
                  <c:v>63840</c:v>
                </c:pt>
                <c:pt idx="2">
                  <c:v>33001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EFA-4D65-9214-878F48F8EC5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052767791"/>
        <c:axId val="1052769231"/>
      </c:barChart>
      <c:catAx>
        <c:axId val="105276779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52769231"/>
        <c:crosses val="autoZero"/>
        <c:auto val="1"/>
        <c:lblAlgn val="ctr"/>
        <c:lblOffset val="100"/>
        <c:noMultiLvlLbl val="0"/>
      </c:catAx>
      <c:valAx>
        <c:axId val="1052769231"/>
        <c:scaling>
          <c:orientation val="minMax"/>
        </c:scaling>
        <c:delete val="1"/>
        <c:axPos val="b"/>
        <c:numFmt formatCode="0.00%" sourceLinked="1"/>
        <c:majorTickMark val="none"/>
        <c:minorTickMark val="none"/>
        <c:tickLblPos val="nextTo"/>
        <c:crossAx val="105276779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[DATA FOR BRIGHTLEARN ASSIGNMENT.xlsx]Busiest &amp; Slowest trading hours!PivotTable1</c:name>
    <c:fmtId val="7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675255905511811"/>
          <c:y val="0.26011191309419651"/>
          <c:w val="0.80191885389326334"/>
          <c:h val="0.4857316272965879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'Busiest &amp; Slowest trading hours'!$B$3</c:f>
              <c:strCache>
                <c:ptCount val="1"/>
                <c:pt idx="0">
                  <c:v>T. Revenue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'Busiest &amp; Slowest trading hours'!$A$4:$A$19</c:f>
              <c:strCache>
                <c:ptCount val="15"/>
                <c:pt idx="0">
                  <c:v>06</c:v>
                </c:pt>
                <c:pt idx="1">
                  <c:v>07</c:v>
                </c:pt>
                <c:pt idx="2">
                  <c:v>08</c:v>
                </c:pt>
                <c:pt idx="3">
                  <c:v>09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</c:strCache>
            </c:strRef>
          </c:cat>
          <c:val>
            <c:numRef>
              <c:f>'Busiest &amp; Slowest trading hours'!$B$4:$B$19</c:f>
              <c:numCache>
                <c:formatCode>"R"#\ ##0.00</c:formatCode>
                <c:ptCount val="15"/>
                <c:pt idx="0">
                  <c:v>21900.269999999964</c:v>
                </c:pt>
                <c:pt idx="1">
                  <c:v>63526.469999999463</c:v>
                </c:pt>
                <c:pt idx="2">
                  <c:v>82699.87</c:v>
                </c:pt>
                <c:pt idx="3">
                  <c:v>85169.529999999941</c:v>
                </c:pt>
                <c:pt idx="4">
                  <c:v>88673.390000000436</c:v>
                </c:pt>
                <c:pt idx="5">
                  <c:v>46319.139999999737</c:v>
                </c:pt>
                <c:pt idx="6">
                  <c:v>40192.789999999863</c:v>
                </c:pt>
                <c:pt idx="7">
                  <c:v>40367.449999999881</c:v>
                </c:pt>
                <c:pt idx="8">
                  <c:v>41304.739999999809</c:v>
                </c:pt>
                <c:pt idx="9">
                  <c:v>41733.099999999788</c:v>
                </c:pt>
                <c:pt idx="10">
                  <c:v>41122.749999999767</c:v>
                </c:pt>
                <c:pt idx="11">
                  <c:v>40134.309999999874</c:v>
                </c:pt>
                <c:pt idx="12">
                  <c:v>34286.200000000004</c:v>
                </c:pt>
                <c:pt idx="13">
                  <c:v>28446.680000000051</c:v>
                </c:pt>
                <c:pt idx="14">
                  <c:v>2935.6399999999971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D5F-435C-804E-FBA1995204FB}"/>
            </c:ext>
          </c:extLst>
        </c:ser>
        <c:ser>
          <c:idx val="1"/>
          <c:order val="1"/>
          <c:tx>
            <c:strRef>
              <c:f>'Busiest &amp; Slowest trading hours'!$C$3</c:f>
              <c:strCache>
                <c:ptCount val="1"/>
                <c:pt idx="0">
                  <c:v>Quantity sold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'Busiest &amp; Slowest trading hours'!$A$4:$A$19</c:f>
              <c:strCache>
                <c:ptCount val="15"/>
                <c:pt idx="0">
                  <c:v>06</c:v>
                </c:pt>
                <c:pt idx="1">
                  <c:v>07</c:v>
                </c:pt>
                <c:pt idx="2">
                  <c:v>08</c:v>
                </c:pt>
                <c:pt idx="3">
                  <c:v>09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</c:strCache>
            </c:strRef>
          </c:cat>
          <c:val>
            <c:numRef>
              <c:f>'Busiest &amp; Slowest trading hours'!$C$4:$C$19</c:f>
              <c:numCache>
                <c:formatCode>General</c:formatCode>
                <c:ptCount val="15"/>
                <c:pt idx="0">
                  <c:v>6865</c:v>
                </c:pt>
                <c:pt idx="1">
                  <c:v>19449</c:v>
                </c:pt>
                <c:pt idx="2">
                  <c:v>25197</c:v>
                </c:pt>
                <c:pt idx="3">
                  <c:v>25370</c:v>
                </c:pt>
                <c:pt idx="4">
                  <c:v>26713</c:v>
                </c:pt>
                <c:pt idx="5">
                  <c:v>14035</c:v>
                </c:pt>
                <c:pt idx="6">
                  <c:v>12690</c:v>
                </c:pt>
                <c:pt idx="7">
                  <c:v>12439</c:v>
                </c:pt>
                <c:pt idx="8">
                  <c:v>12907</c:v>
                </c:pt>
                <c:pt idx="9">
                  <c:v>12923</c:v>
                </c:pt>
                <c:pt idx="10">
                  <c:v>12881</c:v>
                </c:pt>
                <c:pt idx="11">
                  <c:v>12700</c:v>
                </c:pt>
                <c:pt idx="12">
                  <c:v>10826</c:v>
                </c:pt>
                <c:pt idx="13">
                  <c:v>8595</c:v>
                </c:pt>
                <c:pt idx="14">
                  <c:v>880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D5F-435C-804E-FBA1995204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13054064"/>
        <c:axId val="413055024"/>
      </c:barChart>
      <c:catAx>
        <c:axId val="41305406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ZA" dirty="0"/>
                  <a:t>Hours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3055024"/>
        <c:crosses val="autoZero"/>
        <c:auto val="1"/>
        <c:lblAlgn val="ctr"/>
        <c:lblOffset val="100"/>
        <c:noMultiLvlLbl val="0"/>
      </c:catAx>
      <c:valAx>
        <c:axId val="413055024"/>
        <c:scaling>
          <c:orientation val="minMax"/>
        </c:scaling>
        <c:delete val="0"/>
        <c:axPos val="l"/>
        <c:numFmt formatCode="&quot;R&quot;#\ ##0.0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3054064"/>
        <c:crosses val="autoZero"/>
        <c:crossBetween val="between"/>
        <c:majorUnit val="20000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62276881014873131"/>
          <c:y val="4.9905220180810735E-2"/>
          <c:w val="0.29173840409866464"/>
          <c:h val="0.1453918780985710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[DATA FOR BRIGHTLEARN ASSIGNMENT.xlsx]Monthly Revenue Trend!PivotTable1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ZA"/>
              <a:t>Monthly Revenue Trend (Jan–Jun 2023)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'Monthly Revenue Trend'!$B$3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'Monthly Revenue Trend'!$A$4:$A$10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'Monthly Revenue Trend'!$B$4:$B$10</c:f>
              <c:numCache>
                <c:formatCode>"R"#\ ##0.00</c:formatCode>
                <c:ptCount val="6"/>
                <c:pt idx="0">
                  <c:v>81677.739999999278</c:v>
                </c:pt>
                <c:pt idx="1">
                  <c:v>76145.18999999958</c:v>
                </c:pt>
                <c:pt idx="2">
                  <c:v>98834.680000000008</c:v>
                </c:pt>
                <c:pt idx="3">
                  <c:v>118941.08000000106</c:v>
                </c:pt>
                <c:pt idx="4">
                  <c:v>156727.76000000449</c:v>
                </c:pt>
                <c:pt idx="5">
                  <c:v>166485.88000000533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BFB-4CC0-A4CD-44CC81E536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1766527"/>
        <c:axId val="71767487"/>
      </c:lineChart>
      <c:catAx>
        <c:axId val="717665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1767487"/>
        <c:crosses val="autoZero"/>
        <c:auto val="1"/>
        <c:lblAlgn val="ctr"/>
        <c:lblOffset val="100"/>
        <c:noMultiLvlLbl val="0"/>
      </c:catAx>
      <c:valAx>
        <c:axId val="71767487"/>
        <c:scaling>
          <c:orientation val="minMax"/>
        </c:scaling>
        <c:delete val="0"/>
        <c:axPos val="l"/>
        <c:numFmt formatCode="&quot;R&quot;#\ 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1766527"/>
        <c:crosses val="autoZero"/>
        <c:crossBetween val="between"/>
        <c:majorUnit val="30000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4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1AECEA-2EA2-4A9D-A97F-1AD2ED7B5395}" type="datetimeFigureOut">
              <a:rPr lang="en-ZA" smtClean="0"/>
              <a:t>2026/03/30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19F621-B5A9-44CB-A7EC-C6191626B97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59360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56353-A897-E190-1AF0-0B8B3FEFC9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8F9DB6-1903-5B9F-E9AD-00ACDD565F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9DC3E-7B2F-8A56-DA8B-D06EC0F85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658EA-5D36-4461-8CE5-158269C6F9C4}" type="datetimeFigureOut">
              <a:rPr lang="en-ZA" smtClean="0"/>
              <a:t>2026/03/30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AAB847-56AD-8978-1BFB-52BD92D21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E92142-2C1A-147B-0499-67CF27EFB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DD1BE-B5C0-4146-B54A-BEEEE12A432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17764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F5B7F-1685-A866-613A-F08A8C15B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4FE5E-6ECC-025E-0F21-2AD2CA4874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29D218-E49E-E72C-AFF8-EDB7CCAC4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658EA-5D36-4461-8CE5-158269C6F9C4}" type="datetimeFigureOut">
              <a:rPr lang="en-ZA" smtClean="0"/>
              <a:t>2026/03/30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1B72B-DE4C-DD0F-656D-C82ECFDF1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A8E8DB-4DC5-5574-91CE-1AF8234DC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DD1BE-B5C0-4146-B54A-BEEEE12A432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65134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45276-4658-D439-67A3-2A7D281FC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83B647-3D1A-9312-431C-0F4FF642C4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F87F9-D7E8-53A9-AB40-EA2C50C99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658EA-5D36-4461-8CE5-158269C6F9C4}" type="datetimeFigureOut">
              <a:rPr lang="en-ZA" smtClean="0"/>
              <a:t>2026/03/30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5278C-6D7D-5C41-C853-FF4ABC56C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0C813E-8F1C-5DB4-A0FF-D4DF4E570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DD1BE-B5C0-4146-B54A-BEEEE12A432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22252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11BD3-CCDE-2E5F-AC6C-3C7A40D92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5F9A3E-826A-0BFB-2153-3D96A18E0B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405A68-87CC-5FFF-5004-477A520479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43E940-F9C7-3DFA-18D7-1A6E13506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658EA-5D36-4461-8CE5-158269C6F9C4}" type="datetimeFigureOut">
              <a:rPr lang="en-ZA" smtClean="0"/>
              <a:t>2026/03/30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A86ED5-BFFE-59D9-33E8-F091586DF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EF265E-48C3-5017-B399-A997C1322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DD1BE-B5C0-4146-B54A-BEEEE12A432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31472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5623D-197E-61C6-B83E-855F2BB14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0A510-7700-3C38-6125-34F02A93EF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791156-FDE7-B772-0F00-A9D968C2D6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6F8CDC-A91D-D2CB-339E-E97FA3F707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465C84-0F95-FF0E-A210-9FE4F721FC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084E94-67FA-F6CA-D7A1-B0F563C8C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658EA-5D36-4461-8CE5-158269C6F9C4}" type="datetimeFigureOut">
              <a:rPr lang="en-ZA" smtClean="0"/>
              <a:t>2026/03/30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365171-D5EF-3AF9-61CE-599A7D745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74F49A-5506-00A3-9AA1-A107CE393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DD1BE-B5C0-4146-B54A-BEEEE12A432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7082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1E875-B969-0A5B-AD18-040E4406C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101585-86F4-B664-A64B-26FD877F8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658EA-5D36-4461-8CE5-158269C6F9C4}" type="datetimeFigureOut">
              <a:rPr lang="en-ZA" smtClean="0"/>
              <a:t>2026/03/30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D0AFB9-19DE-70DF-9744-83C82F9C5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B654E6-8CB5-207E-036B-2A20E5CED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DD1BE-B5C0-4146-B54A-BEEEE12A432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64096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9B655D-4979-3E7C-6231-CC060C1E7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658EA-5D36-4461-8CE5-158269C6F9C4}" type="datetimeFigureOut">
              <a:rPr lang="en-ZA" smtClean="0"/>
              <a:t>2026/03/30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BC3885-DF66-3E09-1B9C-DCCBB0EAA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57EFE0-81F1-C167-84CF-D55E3B1FB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DD1BE-B5C0-4146-B54A-BEEEE12A432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90172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47C78-1300-D743-C56D-60A1693B8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38ED4-1C32-F2EC-C6E7-2651FA536C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6C04C4-B661-8BA6-FB88-9E0822FDF3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FF6069-748B-5045-4203-276127489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658EA-5D36-4461-8CE5-158269C6F9C4}" type="datetimeFigureOut">
              <a:rPr lang="en-ZA" smtClean="0"/>
              <a:t>2026/03/30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D883DC-F30C-1DE8-F563-C2E152AFC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6D25F4-8BCE-2567-1190-E99D1312B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DD1BE-B5C0-4146-B54A-BEEEE12A432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70027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F5803-830A-7239-0421-9E620C34C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D68E41-C321-B2BD-43F3-9D74E4272E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E4CD09-B909-4997-8493-6DD903C247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3EF005-D41E-D6C1-8EC3-42CA2E850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658EA-5D36-4461-8CE5-158269C6F9C4}" type="datetimeFigureOut">
              <a:rPr lang="en-ZA" smtClean="0"/>
              <a:t>2026/03/30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91303E-3ED0-4E7F-896F-8F353020D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E7F1AD-6187-9A40-C009-78A74F3D0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DD1BE-B5C0-4146-B54A-BEEEE12A432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27453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E1C10-1153-5BEA-4159-6BC60C18C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342C39-DF7C-E870-7D68-9A8367375D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CBCA2-0C2F-F41D-7085-A010B688F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658EA-5D36-4461-8CE5-158269C6F9C4}" type="datetimeFigureOut">
              <a:rPr lang="en-ZA" smtClean="0"/>
              <a:t>2026/03/30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0A3978-11C1-F31E-D0C9-10896E927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EB2E66-C55E-2776-D6D3-956D75454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DD1BE-B5C0-4146-B54A-BEEEE12A432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3111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42A54B-DBA3-6E0E-0466-C9C8D59BB5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A98C6F-A901-83E0-B4A6-107A8ACF48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8F95F6-FFFB-5424-80BA-685DE48DC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658EA-5D36-4461-8CE5-158269C6F9C4}" type="datetimeFigureOut">
              <a:rPr lang="en-ZA" smtClean="0"/>
              <a:t>2026/03/30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52FFBE-62F9-40DF-137E-2AE6CF1F4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89267C-09DA-B844-63E6-BD7F491DA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DD1BE-B5C0-4146-B54A-BEEEE12A432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09800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1B6098-4C23-C91F-600E-901C17DC9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9A2E85-DBAB-D26B-9398-F0135666DF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A0754-72BA-9D64-579B-54CB0A1D15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1658EA-5D36-4461-8CE5-158269C6F9C4}" type="datetimeFigureOut">
              <a:rPr lang="en-ZA" smtClean="0"/>
              <a:t>2026/03/30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8E674D-F2F1-C372-80B2-0DB854D578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E2C9B-017A-F941-46DF-D266D78B3B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8DD1BE-B5C0-4146-B54A-BEEEE12A432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40379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E1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292BB-DF8F-77FE-3EC5-E8AB0F69A1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7963"/>
            <a:ext cx="9399640" cy="873585"/>
          </a:xfrm>
        </p:spPr>
        <p:txBody>
          <a:bodyPr>
            <a:normAutofit fontScale="90000"/>
          </a:bodyPr>
          <a:lstStyle/>
          <a:p>
            <a:r>
              <a:rPr lang="en-GB" sz="44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Bright Coffee Shop — Sales Analysis</a:t>
            </a:r>
            <a:endParaRPr lang="en-ZA" sz="4400" dirty="0">
              <a:solidFill>
                <a:schemeClr val="bg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B798CC-06F7-1F8C-5FCA-206A725E24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68129" y="1429109"/>
            <a:ext cx="8455742" cy="674994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Business Insights for the CEO | Jan–Jun 2023</a:t>
            </a:r>
            <a:endParaRPr lang="en-ZA" dirty="0">
              <a:solidFill>
                <a:schemeClr val="bg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9ED177-36A5-9141-C42D-6B844F0712E1}"/>
              </a:ext>
            </a:extLst>
          </p:cNvPr>
          <p:cNvSpPr txBox="1"/>
          <p:nvPr/>
        </p:nvSpPr>
        <p:spPr>
          <a:xfrm>
            <a:off x="127820" y="6465371"/>
            <a:ext cx="24973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Siphamandla Moyo </a:t>
            </a:r>
            <a:endParaRPr lang="en-ZA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9F8AEA-5D9C-8269-1D1E-BACF4ADBC95E}"/>
              </a:ext>
            </a:extLst>
          </p:cNvPr>
          <p:cNvSpPr txBox="1"/>
          <p:nvPr/>
        </p:nvSpPr>
        <p:spPr>
          <a:xfrm>
            <a:off x="10387781" y="6451284"/>
            <a:ext cx="18042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31 March 2026 </a:t>
            </a:r>
            <a:endParaRPr lang="en-ZA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6B5226-CDA9-1F21-18DE-5DB2E5300F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5510" y="2104103"/>
            <a:ext cx="9606116" cy="3924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667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C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99892-EE00-3890-B63B-3B5D9EC9D2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7882" y="1813769"/>
            <a:ext cx="10515600" cy="3741456"/>
          </a:xfrm>
        </p:spPr>
        <p:txBody>
          <a:bodyPr/>
          <a:lstStyle/>
          <a:p>
            <a:pPr fontAlgn="ctr"/>
            <a:r>
              <a:rPr lang="en-ZA" dirty="0"/>
              <a:t>🔍 </a:t>
            </a:r>
            <a:r>
              <a:rPr lang="en-ZA" b="1" dirty="0"/>
              <a:t>Background -  </a:t>
            </a:r>
            <a:r>
              <a:rPr lang="en-ZA" dirty="0"/>
              <a:t>Methodology, Data Overview	</a:t>
            </a:r>
          </a:p>
          <a:p>
            <a:pPr marL="0" indent="0" fontAlgn="ctr">
              <a:buNone/>
            </a:pPr>
            <a:endParaRPr lang="en-ZA" dirty="0"/>
          </a:p>
          <a:p>
            <a:pPr fontAlgn="ctr"/>
            <a:r>
              <a:rPr lang="en-ZA" dirty="0"/>
              <a:t>📊 </a:t>
            </a:r>
            <a:r>
              <a:rPr lang="en-ZA" b="1" dirty="0"/>
              <a:t>Analysis -  </a:t>
            </a:r>
            <a:r>
              <a:rPr lang="en-GB" dirty="0"/>
              <a:t>Revenue by Product, Store Performance, Store 			Revenue by Month, Peak Trading Hours, Monthly 			Revenue Trend, Revenue Contribution</a:t>
            </a:r>
          </a:p>
          <a:p>
            <a:pPr marL="0" indent="0" fontAlgn="ctr">
              <a:buNone/>
            </a:pPr>
            <a:endParaRPr lang="en-ZA" dirty="0"/>
          </a:p>
          <a:p>
            <a:pPr fontAlgn="ctr"/>
            <a:r>
              <a:rPr lang="en-ZA" dirty="0"/>
              <a:t>💡 </a:t>
            </a:r>
            <a:r>
              <a:rPr lang="en-ZA" b="1" dirty="0"/>
              <a:t>Conclusions -  </a:t>
            </a:r>
            <a:r>
              <a:rPr lang="en-GB" dirty="0"/>
              <a:t>Key Insights, Recommendations, Next Steps</a:t>
            </a:r>
            <a:endParaRPr lang="en-ZA" dirty="0"/>
          </a:p>
          <a:p>
            <a:endParaRPr lang="en-ZA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C5A6D9-BEBC-B0B6-6E33-9AF74C66C31D}"/>
              </a:ext>
            </a:extLst>
          </p:cNvPr>
          <p:cNvSpPr/>
          <p:nvPr/>
        </p:nvSpPr>
        <p:spPr>
          <a:xfrm>
            <a:off x="3437259" y="371619"/>
            <a:ext cx="531748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What We’ll Cover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54581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C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FD30236-6939-A57A-E683-AA5292F3D4ED}"/>
              </a:ext>
            </a:extLst>
          </p:cNvPr>
          <p:cNvSpPr/>
          <p:nvPr/>
        </p:nvSpPr>
        <p:spPr>
          <a:xfrm>
            <a:off x="3648513" y="332290"/>
            <a:ext cx="4758068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ZA" sz="5400" b="0" cap="none" spc="0" dirty="0">
                <a:ln w="0"/>
                <a:solidFill>
                  <a:srgbClr val="3E1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Methodology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E97F8F-3C29-6D6B-7762-506F605F4102}"/>
              </a:ext>
            </a:extLst>
          </p:cNvPr>
          <p:cNvSpPr txBox="1"/>
          <p:nvPr/>
        </p:nvSpPr>
        <p:spPr>
          <a:xfrm>
            <a:off x="2627671" y="1255620"/>
            <a:ext cx="69366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rgbClr val="C8860A"/>
                </a:solidFill>
              </a:rPr>
              <a:t>How data was collected, processed and analysed</a:t>
            </a:r>
            <a:endParaRPr lang="en-ZA" sz="2400" b="1" dirty="0">
              <a:solidFill>
                <a:srgbClr val="C8860A"/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11BD7B4-6644-41F8-CD8E-46D245E98F18}"/>
              </a:ext>
            </a:extLst>
          </p:cNvPr>
          <p:cNvSpPr/>
          <p:nvPr/>
        </p:nvSpPr>
        <p:spPr>
          <a:xfrm>
            <a:off x="206478" y="2871019"/>
            <a:ext cx="2566219" cy="1868129"/>
          </a:xfrm>
          <a:prstGeom prst="roundRect">
            <a:avLst/>
          </a:prstGeom>
          <a:solidFill>
            <a:srgbClr val="C8860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  <a:p>
            <a:pPr algn="ctr"/>
            <a:endParaRPr lang="en-ZA" dirty="0"/>
          </a:p>
          <a:p>
            <a:pPr algn="ctr"/>
            <a:endParaRPr lang="en-ZA" dirty="0"/>
          </a:p>
          <a:p>
            <a:pPr algn="ctr"/>
            <a:r>
              <a:rPr lang="en-ZA" dirty="0"/>
              <a:t>📥</a:t>
            </a:r>
            <a:r>
              <a:rPr lang="en-ZA" b="1" dirty="0"/>
              <a:t>1. </a:t>
            </a:r>
            <a:r>
              <a:rPr lang="en-ZA" b="1" dirty="0">
                <a:solidFill>
                  <a:srgbClr val="F5ECD7"/>
                </a:solidFill>
              </a:rPr>
              <a:t>Source</a:t>
            </a:r>
            <a:r>
              <a:rPr lang="en-ZA" b="1" dirty="0"/>
              <a:t> </a:t>
            </a:r>
          </a:p>
          <a:p>
            <a:pPr algn="ctr"/>
            <a:endParaRPr lang="en-ZA" dirty="0"/>
          </a:p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Raw Excel/CSV file — 149,116 rows</a:t>
            </a:r>
            <a:endParaRPr lang="en-ZA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ZA" dirty="0"/>
          </a:p>
          <a:p>
            <a:pPr algn="ctr"/>
            <a:endParaRPr lang="en-ZA" dirty="0"/>
          </a:p>
          <a:p>
            <a:pPr algn="ctr"/>
            <a:endParaRPr lang="en-ZA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DC4568A-9A7D-AC86-C07C-1BAF5DE5EF9F}"/>
              </a:ext>
            </a:extLst>
          </p:cNvPr>
          <p:cNvSpPr/>
          <p:nvPr/>
        </p:nvSpPr>
        <p:spPr>
          <a:xfrm>
            <a:off x="9419303" y="2871019"/>
            <a:ext cx="2566219" cy="1868129"/>
          </a:xfrm>
          <a:prstGeom prst="roundRect">
            <a:avLst/>
          </a:prstGeom>
          <a:solidFill>
            <a:srgbClr val="C8860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📊 </a:t>
            </a:r>
            <a:r>
              <a:rPr lang="en-ZA" b="1" dirty="0"/>
              <a:t>4. Present</a:t>
            </a:r>
          </a:p>
          <a:p>
            <a:pPr algn="ctr"/>
            <a:endParaRPr lang="en-ZA" dirty="0"/>
          </a:p>
          <a:p>
            <a:pPr algn="ctr"/>
            <a:r>
              <a:rPr lang="en-ZA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Charts, dashboards &amp; insights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E0005F9-020E-C00B-0309-D9E4AB63502C}"/>
              </a:ext>
            </a:extLst>
          </p:cNvPr>
          <p:cNvSpPr/>
          <p:nvPr/>
        </p:nvSpPr>
        <p:spPr>
          <a:xfrm>
            <a:off x="6348362" y="2871019"/>
            <a:ext cx="2566219" cy="1868129"/>
          </a:xfrm>
          <a:prstGeom prst="roundRect">
            <a:avLst/>
          </a:prstGeom>
          <a:solidFill>
            <a:srgbClr val="C8860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🔍 </a:t>
            </a:r>
            <a:r>
              <a:rPr lang="en-ZA" b="1" dirty="0"/>
              <a:t>3. Analyse </a:t>
            </a:r>
          </a:p>
          <a:p>
            <a:pPr algn="ctr"/>
            <a:endParaRPr lang="en-ZA" dirty="0"/>
          </a:p>
          <a:p>
            <a:pPr algn="ctr"/>
            <a:r>
              <a:rPr lang="en-ZA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Pivot tables &amp; groupings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C136B9A-7C74-F541-8889-07DC4D987BFF}"/>
              </a:ext>
            </a:extLst>
          </p:cNvPr>
          <p:cNvSpPr/>
          <p:nvPr/>
        </p:nvSpPr>
        <p:spPr>
          <a:xfrm>
            <a:off x="3277420" y="2871019"/>
            <a:ext cx="2566219" cy="1868129"/>
          </a:xfrm>
          <a:prstGeom prst="roundRect">
            <a:avLst/>
          </a:prstGeom>
          <a:solidFill>
            <a:srgbClr val="C8860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⚙️ </a:t>
            </a:r>
            <a:r>
              <a:rPr lang="en-ZA" b="1" dirty="0"/>
              <a:t>2. Process </a:t>
            </a:r>
          </a:p>
          <a:p>
            <a:pPr algn="ctr"/>
            <a:endParaRPr lang="en-ZA" dirty="0"/>
          </a:p>
          <a:p>
            <a:pPr algn="ctr"/>
            <a:r>
              <a:rPr lang="en-ZA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Clean, transform &amp; bucket data</a:t>
            </a:r>
          </a:p>
        </p:txBody>
      </p: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CB7C1D5B-F4EB-6633-A745-00F440DEE0FC}"/>
              </a:ext>
            </a:extLst>
          </p:cNvPr>
          <p:cNvCxnSpPr>
            <a:cxnSpLocks/>
            <a:stCxn id="2" idx="2"/>
            <a:endCxn id="5" idx="2"/>
          </p:cNvCxnSpPr>
          <p:nvPr/>
        </p:nvCxnSpPr>
        <p:spPr>
          <a:xfrm rot="16200000" flipH="1">
            <a:off x="3025059" y="3203677"/>
            <a:ext cx="12700" cy="3070942"/>
          </a:xfrm>
          <a:prstGeom prst="curvedConnector3">
            <a:avLst>
              <a:gd name="adj1" fmla="val 7451614"/>
            </a:avLst>
          </a:prstGeom>
          <a:ln w="38100">
            <a:solidFill>
              <a:srgbClr val="C8860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Curved 19">
            <a:extLst>
              <a:ext uri="{FF2B5EF4-FFF2-40B4-BE49-F238E27FC236}">
                <a16:creationId xmlns:a16="http://schemas.microsoft.com/office/drawing/2014/main" id="{C1CC589F-2A53-84CD-76BC-888AD92752DC}"/>
              </a:ext>
            </a:extLst>
          </p:cNvPr>
          <p:cNvCxnSpPr>
            <a:cxnSpLocks/>
            <a:stCxn id="5" idx="0"/>
            <a:endCxn id="4" idx="0"/>
          </p:cNvCxnSpPr>
          <p:nvPr/>
        </p:nvCxnSpPr>
        <p:spPr>
          <a:xfrm rot="5400000" flipH="1" flipV="1">
            <a:off x="6096001" y="1335548"/>
            <a:ext cx="12700" cy="3070942"/>
          </a:xfrm>
          <a:prstGeom prst="curvedConnector3">
            <a:avLst>
              <a:gd name="adj1" fmla="val 6445165"/>
            </a:avLst>
          </a:prstGeom>
          <a:ln w="38100">
            <a:solidFill>
              <a:srgbClr val="C8860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E5E6A1AD-050A-C0E3-C599-64594B0F628B}"/>
              </a:ext>
            </a:extLst>
          </p:cNvPr>
          <p:cNvCxnSpPr>
            <a:cxnSpLocks/>
            <a:stCxn id="4" idx="2"/>
            <a:endCxn id="3" idx="2"/>
          </p:cNvCxnSpPr>
          <p:nvPr/>
        </p:nvCxnSpPr>
        <p:spPr>
          <a:xfrm rot="16200000" flipH="1">
            <a:off x="9166942" y="3203677"/>
            <a:ext cx="12700" cy="3070941"/>
          </a:xfrm>
          <a:prstGeom prst="curvedConnector3">
            <a:avLst>
              <a:gd name="adj1" fmla="val 8225795"/>
            </a:avLst>
          </a:prstGeom>
          <a:ln w="38100">
            <a:solidFill>
              <a:srgbClr val="C8860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9326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C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74CF6B-64FD-5656-901B-46A8DF81ECCB}"/>
              </a:ext>
            </a:extLst>
          </p:cNvPr>
          <p:cNvSpPr/>
          <p:nvPr/>
        </p:nvSpPr>
        <p:spPr>
          <a:xfrm>
            <a:off x="3838811" y="165141"/>
            <a:ext cx="451437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rgbClr val="3E1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Data Overview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2174625-58FF-B105-006C-E0EBF43EE5E0}"/>
              </a:ext>
            </a:extLst>
          </p:cNvPr>
          <p:cNvSpPr/>
          <p:nvPr/>
        </p:nvSpPr>
        <p:spPr>
          <a:xfrm>
            <a:off x="68826" y="2019074"/>
            <a:ext cx="2762864" cy="2074607"/>
          </a:xfrm>
          <a:prstGeom prst="roundRect">
            <a:avLst/>
          </a:prstGeom>
          <a:solidFill>
            <a:srgbClr val="C8860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b="1" dirty="0"/>
              <a:t>Total Transactions</a:t>
            </a:r>
          </a:p>
          <a:p>
            <a:pPr algn="ctr"/>
            <a:endParaRPr lang="en-ZA" dirty="0"/>
          </a:p>
          <a:p>
            <a:pPr algn="ctr"/>
            <a:r>
              <a:rPr lang="en-ZA" sz="3600" b="1" dirty="0">
                <a:solidFill>
                  <a:schemeClr val="bg1"/>
                </a:solidFill>
                <a:latin typeface="Trebuchet MS" panose="020B0603020202020204" pitchFamily="34" charset="0"/>
              </a:rPr>
              <a:t>149,116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BD58D33-1C7E-D21B-565A-46538CCBA5CB}"/>
              </a:ext>
            </a:extLst>
          </p:cNvPr>
          <p:cNvSpPr/>
          <p:nvPr/>
        </p:nvSpPr>
        <p:spPr>
          <a:xfrm>
            <a:off x="9330814" y="2019074"/>
            <a:ext cx="2762864" cy="2074607"/>
          </a:xfrm>
          <a:prstGeom prst="roundRect">
            <a:avLst/>
          </a:prstGeom>
          <a:solidFill>
            <a:srgbClr val="C8860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b="1" dirty="0"/>
              <a:t>Total Revenue</a:t>
            </a:r>
          </a:p>
          <a:p>
            <a:pPr algn="ctr"/>
            <a:endParaRPr lang="en-ZA" dirty="0"/>
          </a:p>
          <a:p>
            <a:pPr algn="ctr"/>
            <a:r>
              <a:rPr lang="en-ZA" sz="3600" b="1" dirty="0">
                <a:latin typeface="Trebuchet MS" panose="020B0603020202020204" pitchFamily="34" charset="0"/>
              </a:rPr>
              <a:t>R698,812</a:t>
            </a:r>
            <a:endParaRPr lang="en-ZA" sz="3600" dirty="0">
              <a:latin typeface="Trebuchet MS" panose="020B0603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44E57AD-AB49-902B-373E-BE7ECD5CECF2}"/>
              </a:ext>
            </a:extLst>
          </p:cNvPr>
          <p:cNvSpPr/>
          <p:nvPr/>
        </p:nvSpPr>
        <p:spPr>
          <a:xfrm>
            <a:off x="6243484" y="2019074"/>
            <a:ext cx="2762864" cy="2074607"/>
          </a:xfrm>
          <a:prstGeom prst="roundRect">
            <a:avLst/>
          </a:prstGeom>
          <a:solidFill>
            <a:srgbClr val="C8860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b="1" dirty="0"/>
              <a:t>Date Range</a:t>
            </a:r>
          </a:p>
          <a:p>
            <a:pPr algn="ctr"/>
            <a:r>
              <a:rPr lang="en-ZA" sz="3600" dirty="0">
                <a:latin typeface="Trebuchet MS" panose="020B0603020202020204" pitchFamily="34" charset="0"/>
              </a:rPr>
              <a:t>Jan–Jun 2023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F44CB9A-5970-0E2D-254D-22F08A4AF066}"/>
              </a:ext>
            </a:extLst>
          </p:cNvPr>
          <p:cNvSpPr/>
          <p:nvPr/>
        </p:nvSpPr>
        <p:spPr>
          <a:xfrm>
            <a:off x="3156155" y="2019074"/>
            <a:ext cx="2762864" cy="2074607"/>
          </a:xfrm>
          <a:prstGeom prst="roundRect">
            <a:avLst/>
          </a:prstGeom>
          <a:solidFill>
            <a:srgbClr val="C8860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b="1" dirty="0"/>
              <a:t>Store Locations</a:t>
            </a:r>
          </a:p>
          <a:p>
            <a:pPr algn="ctr"/>
            <a:endParaRPr lang="en-ZA" dirty="0"/>
          </a:p>
          <a:p>
            <a:pPr algn="ctr"/>
            <a:r>
              <a:rPr lang="en-ZA" sz="3600" dirty="0">
                <a:latin typeface="Trebuchet MS" panose="020B0603020202020204" pitchFamily="34" charset="0"/>
              </a:rPr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E0A9D1-F399-74BB-F219-81E39FE8570B}"/>
              </a:ext>
            </a:extLst>
          </p:cNvPr>
          <p:cNvSpPr txBox="1"/>
          <p:nvPr/>
        </p:nvSpPr>
        <p:spPr>
          <a:xfrm>
            <a:off x="577645" y="5024284"/>
            <a:ext cx="1133167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n w="0"/>
                <a:solidFill>
                  <a:srgbClr val="3E1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9 Product Categories</a:t>
            </a:r>
          </a:p>
          <a:p>
            <a:pPr algn="ctr"/>
            <a:endParaRPr lang="en-US" dirty="0">
              <a:ln w="0"/>
              <a:solidFill>
                <a:srgbClr val="3E1F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en-ZA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Coffee · Tea · Bakery · Drinking Chocolate · Coffee Beans · Branded · Loose Tea · Flavours · Packaged Chocolate</a:t>
            </a:r>
            <a:endParaRPr lang="en-US" b="1" dirty="0">
              <a:ln w="0"/>
              <a:solidFill>
                <a:srgbClr val="3E1F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2610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C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0DC7411-4DCE-485B-0EB8-68D35A726C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3391913"/>
              </p:ext>
            </p:extLst>
          </p:nvPr>
        </p:nvGraphicFramePr>
        <p:xfrm>
          <a:off x="5725680" y="1343129"/>
          <a:ext cx="5604388" cy="29135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BD265A40-F0AB-4283-F3D5-F787976C4743}"/>
              </a:ext>
            </a:extLst>
          </p:cNvPr>
          <p:cNvSpPr/>
          <p:nvPr/>
        </p:nvSpPr>
        <p:spPr>
          <a:xfrm>
            <a:off x="3890268" y="214303"/>
            <a:ext cx="441146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dirty="0">
                <a:ln w="0"/>
                <a:solidFill>
                  <a:srgbClr val="3E1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rebuchet MS" panose="020B0603020202020204" pitchFamily="34" charset="0"/>
              </a:rPr>
              <a:t>Revenue By Product </a:t>
            </a:r>
            <a:endParaRPr lang="en-US" sz="3600" b="0" cap="none" spc="0" dirty="0">
              <a:ln w="0"/>
              <a:solidFill>
                <a:srgbClr val="3E1F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rebuchet MS" panose="020B0603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228852-CE7F-40B4-7490-B607F2785E78}"/>
              </a:ext>
            </a:extLst>
          </p:cNvPr>
          <p:cNvSpPr/>
          <p:nvPr/>
        </p:nvSpPr>
        <p:spPr>
          <a:xfrm>
            <a:off x="4390789" y="973797"/>
            <a:ext cx="3410421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rgbClr val="C8860A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rebuchet MS" panose="020B0603020202020204" pitchFamily="34" charset="0"/>
              </a:rPr>
              <a:t>Top Vs </a:t>
            </a:r>
            <a:r>
              <a:rPr lang="en-US" dirty="0">
                <a:ln w="0"/>
                <a:solidFill>
                  <a:srgbClr val="C8860A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rebuchet MS" panose="020B0603020202020204" pitchFamily="34" charset="0"/>
              </a:rPr>
              <a:t>Low Product Categories </a:t>
            </a:r>
            <a:endParaRPr lang="en-US" b="0" cap="none" spc="0" dirty="0">
              <a:ln w="0"/>
              <a:solidFill>
                <a:srgbClr val="C8860A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rebuchet MS" panose="020B0603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84F21B-B621-34C4-CC78-2D97F89C3BCD}"/>
              </a:ext>
            </a:extLst>
          </p:cNvPr>
          <p:cNvSpPr txBox="1"/>
          <p:nvPr/>
        </p:nvSpPr>
        <p:spPr>
          <a:xfrm>
            <a:off x="557983" y="2154634"/>
            <a:ext cx="466294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This here shows us which category generates the most money ( responsible for most of the company's revenue ) </a:t>
            </a:r>
          </a:p>
          <a:p>
            <a:endParaRPr lang="en-ZA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r>
              <a:rPr lang="en-ZA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Top 3 include: </a:t>
            </a:r>
          </a:p>
          <a:p>
            <a:endParaRPr lang="en-ZA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r>
              <a:rPr lang="en-ZA" dirty="0"/>
              <a:t> </a:t>
            </a:r>
            <a:r>
              <a:rPr lang="en-ZA" b="1" i="1" dirty="0"/>
              <a:t>COFFEE </a:t>
            </a:r>
            <a:r>
              <a:rPr lang="en-ZA" dirty="0"/>
              <a:t>accounts for 38.63% of the overall 	sales</a:t>
            </a:r>
          </a:p>
          <a:p>
            <a:r>
              <a:rPr lang="en-ZA" dirty="0"/>
              <a:t> </a:t>
            </a:r>
            <a:r>
              <a:rPr lang="en-ZA" b="1" i="1" dirty="0"/>
              <a:t>TEA</a:t>
            </a:r>
            <a:r>
              <a:rPr lang="en-ZA" dirty="0"/>
              <a:t>  accounts for 28.11% of the overall sales</a:t>
            </a:r>
          </a:p>
          <a:p>
            <a:r>
              <a:rPr lang="en-ZA" dirty="0"/>
              <a:t> </a:t>
            </a:r>
          </a:p>
          <a:p>
            <a:r>
              <a:rPr lang="en-ZA" b="1" i="1" dirty="0"/>
              <a:t>BAKERY</a:t>
            </a:r>
            <a:r>
              <a:rPr lang="en-ZA" dirty="0"/>
              <a:t> accounts for 11.78%  of the overall 	sales</a:t>
            </a:r>
          </a:p>
          <a:p>
            <a:r>
              <a:rPr lang="en-ZA" dirty="0"/>
              <a:t>	</a:t>
            </a:r>
          </a:p>
          <a:p>
            <a:r>
              <a:rPr lang="en-ZA" b="1" i="1" dirty="0"/>
              <a:t>Total Revenue </a:t>
            </a:r>
            <a:r>
              <a:rPr lang="en-ZA" dirty="0"/>
              <a:t>:  R 698812,33</a:t>
            </a:r>
          </a:p>
          <a:p>
            <a:endParaRPr lang="en-ZA" dirty="0"/>
          </a:p>
          <a:p>
            <a:endParaRPr lang="en-ZA" dirty="0"/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8948A690-E9FE-5141-7C96-8A0BF10CF86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91629339"/>
              </p:ext>
            </p:extLst>
          </p:nvPr>
        </p:nvGraphicFramePr>
        <p:xfrm>
          <a:off x="6190252" y="4256652"/>
          <a:ext cx="5443765" cy="25418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151824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C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1E6B49E-7237-D16D-4D00-A6B4B6B9AFAF}"/>
              </a:ext>
            </a:extLst>
          </p:cNvPr>
          <p:cNvSpPr txBox="1"/>
          <p:nvPr/>
        </p:nvSpPr>
        <p:spPr>
          <a:xfrm>
            <a:off x="3048000" y="39543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3E1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rebuchet MS" panose="020B0603020202020204" pitchFamily="34" charset="0"/>
              </a:rPr>
              <a:t>Store Performance  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AFE246CF-40A5-BF34-131A-61FBE293C94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73365901"/>
              </p:ext>
            </p:extLst>
          </p:nvPr>
        </p:nvGraphicFramePr>
        <p:xfrm>
          <a:off x="5996109" y="1515645"/>
          <a:ext cx="6096000" cy="23056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C7E27B9B-FC47-BE24-5CE1-A3BDBF0A7C89}"/>
              </a:ext>
            </a:extLst>
          </p:cNvPr>
          <p:cNvSpPr/>
          <p:nvPr/>
        </p:nvSpPr>
        <p:spPr>
          <a:xfrm>
            <a:off x="3652706" y="973797"/>
            <a:ext cx="4886595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dirty="0">
                <a:ln w="0"/>
                <a:solidFill>
                  <a:srgbClr val="C8860A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rebuchet MS" panose="020B0603020202020204" pitchFamily="34" charset="0"/>
              </a:rPr>
              <a:t>All 3 Stores Compared Revenue And Quantity </a:t>
            </a:r>
            <a:endParaRPr lang="en-US" b="0" cap="none" spc="0" dirty="0">
              <a:ln w="0"/>
              <a:solidFill>
                <a:srgbClr val="C8860A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rebuchet MS" panose="020B0603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632F6E-F809-8E9D-D1A9-09B899A2FCBB}"/>
              </a:ext>
            </a:extLst>
          </p:cNvPr>
          <p:cNvSpPr txBox="1"/>
          <p:nvPr/>
        </p:nvSpPr>
        <p:spPr>
          <a:xfrm>
            <a:off x="545690" y="2215246"/>
            <a:ext cx="5004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F95B262A-1395-E08F-AED6-E6A1E46DBFA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16498596"/>
              </p:ext>
            </p:extLst>
          </p:nvPr>
        </p:nvGraphicFramePr>
        <p:xfrm>
          <a:off x="5686097" y="3519948"/>
          <a:ext cx="6406012" cy="32135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242733E-1341-B09B-06D8-ECB001A1E547}"/>
              </a:ext>
            </a:extLst>
          </p:cNvPr>
          <p:cNvSpPr/>
          <p:nvPr/>
        </p:nvSpPr>
        <p:spPr>
          <a:xfrm>
            <a:off x="545690" y="1779639"/>
            <a:ext cx="5004620" cy="2146153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400" b="1" dirty="0"/>
              <a:t>All three store locations generate almost the same amount of revenue, but Hell's Kitchen is performing slightly better than the other locations. </a:t>
            </a:r>
          </a:p>
          <a:p>
            <a:pPr algn="ctr"/>
            <a:endParaRPr lang="en-ZA" sz="1400" b="1" dirty="0"/>
          </a:p>
          <a:p>
            <a:pPr algn="ctr"/>
            <a:r>
              <a:rPr lang="en-ZA" sz="1400" b="1" dirty="0"/>
              <a:t>When it comes to quantity sold as well, all stores are not too far off from each other.</a:t>
            </a:r>
            <a:endParaRPr lang="en-ZA" sz="1400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A48E471-270A-C0BF-E052-6F48AE7AA11C}"/>
              </a:ext>
            </a:extLst>
          </p:cNvPr>
          <p:cNvSpPr/>
          <p:nvPr/>
        </p:nvSpPr>
        <p:spPr>
          <a:xfrm>
            <a:off x="545690" y="4409768"/>
            <a:ext cx="5004620" cy="1929844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600" b="1" dirty="0"/>
              <a:t>Theres also a revenue trend by each month showing how each store is performing. Each store has increased throughout the months with revenue more than doubling from January to June!</a:t>
            </a:r>
          </a:p>
          <a:p>
            <a:pPr algn="ctr"/>
            <a:endParaRPr lang="en-ZA" sz="1600" b="1" dirty="0"/>
          </a:p>
          <a:p>
            <a:pPr algn="ctr"/>
            <a:r>
              <a:rPr lang="en-GB" sz="1600" dirty="0"/>
              <a:t>💡 </a:t>
            </a:r>
            <a:r>
              <a:rPr lang="en-GB" sz="1600" b="1" dirty="0">
                <a:latin typeface="Trebuchet MS" panose="020B0603020202020204" pitchFamily="34" charset="0"/>
              </a:rPr>
              <a:t>All 3 stores within 3% of each other — strong operational consistency</a:t>
            </a:r>
            <a:endParaRPr lang="en-ZA" sz="1600" b="1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1483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C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B60EC-5F05-1ADF-9F82-C697B38E1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1233" y="551940"/>
            <a:ext cx="5229533" cy="36246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n w="0"/>
                <a:solidFill>
                  <a:srgbClr val="3E1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rebuchet MS" panose="020B0603020202020204" pitchFamily="34" charset="0"/>
              </a:rPr>
              <a:t>Store Performance  </a:t>
            </a:r>
            <a:br>
              <a:rPr lang="en-US" dirty="0">
                <a:ln w="0"/>
                <a:solidFill>
                  <a:srgbClr val="3E1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rebuchet MS" panose="020B0603020202020204" pitchFamily="34" charset="0"/>
              </a:rPr>
            </a:br>
            <a:endParaRPr lang="en-ZA" dirty="0">
              <a:solidFill>
                <a:srgbClr val="3E1F00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2B9A7C6-3ED4-CBDF-056A-AEBC598EC1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0964857"/>
              </p:ext>
            </p:extLst>
          </p:nvPr>
        </p:nvGraphicFramePr>
        <p:xfrm>
          <a:off x="5407743" y="1681316"/>
          <a:ext cx="6447502" cy="21827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A0945DE8-9CC5-06F6-3AA1-9C6DD6813013}"/>
              </a:ext>
            </a:extLst>
          </p:cNvPr>
          <p:cNvSpPr/>
          <p:nvPr/>
        </p:nvSpPr>
        <p:spPr>
          <a:xfrm>
            <a:off x="4258960" y="733171"/>
            <a:ext cx="367408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rgbClr val="C8860A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rebuchet MS" panose="020B0603020202020204" pitchFamily="34" charset="0"/>
              </a:rPr>
              <a:t>Busiest </a:t>
            </a:r>
            <a:r>
              <a:rPr lang="en-US" dirty="0">
                <a:ln w="0"/>
                <a:solidFill>
                  <a:srgbClr val="C8860A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rebuchet MS" panose="020B0603020202020204" pitchFamily="34" charset="0"/>
              </a:rPr>
              <a:t>vs Slowest Trading Periods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BBBB6353-FA6C-1354-313F-E8078898F42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09413502"/>
              </p:ext>
            </p:extLst>
          </p:nvPr>
        </p:nvGraphicFramePr>
        <p:xfrm>
          <a:off x="5407743" y="4267200"/>
          <a:ext cx="6447502" cy="23201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B71B217-A702-A091-702B-8DE262BF1407}"/>
              </a:ext>
            </a:extLst>
          </p:cNvPr>
          <p:cNvSpPr/>
          <p:nvPr/>
        </p:nvSpPr>
        <p:spPr>
          <a:xfrm>
            <a:off x="336755" y="2791000"/>
            <a:ext cx="5004620" cy="2146153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sz="1400" b="1" dirty="0"/>
          </a:p>
          <a:p>
            <a:pPr algn="ctr"/>
            <a:r>
              <a:rPr lang="en-GB" sz="1400" dirty="0"/>
              <a:t>⭐ </a:t>
            </a:r>
            <a:r>
              <a:rPr lang="en-GB" sz="1400" b="1" dirty="0">
                <a:latin typeface="Trebuchet MS" panose="020B0603020202020204" pitchFamily="34" charset="0"/>
              </a:rPr>
              <a:t>Morning accounts for more transactions which were between 8:00 and 10:00, than Afternoon &amp; Evening combined</a:t>
            </a:r>
            <a:endParaRPr lang="en-ZA" sz="1400" b="1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6369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C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D3F0A60-F468-3F81-A65A-8F3F7C5F75E5}"/>
              </a:ext>
            </a:extLst>
          </p:cNvPr>
          <p:cNvSpPr txBox="1"/>
          <p:nvPr/>
        </p:nvSpPr>
        <p:spPr>
          <a:xfrm>
            <a:off x="3048000" y="39543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3E1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rebuchet MS" panose="020B0603020202020204" pitchFamily="34" charset="0"/>
              </a:rPr>
              <a:t>Monthly Revenue Trend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4BEE3B-143C-D924-9FC2-32C18104A925}"/>
              </a:ext>
            </a:extLst>
          </p:cNvPr>
          <p:cNvSpPr/>
          <p:nvPr/>
        </p:nvSpPr>
        <p:spPr>
          <a:xfrm>
            <a:off x="3404283" y="973797"/>
            <a:ext cx="5383461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rgbClr val="C8860A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rebuchet MS" panose="020B0603020202020204" pitchFamily="34" charset="0"/>
              </a:rPr>
              <a:t>Overall Revenue Growth Between Jan – June 2023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809A10C9-7556-3E73-E3BF-2D76DED3864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13492307"/>
              </p:ext>
            </p:extLst>
          </p:nvPr>
        </p:nvGraphicFramePr>
        <p:xfrm>
          <a:off x="5823518" y="2194337"/>
          <a:ext cx="5928452" cy="36898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858A659-7E7C-3A27-D437-D515F8DA8BFD}"/>
              </a:ext>
            </a:extLst>
          </p:cNvPr>
          <p:cNvSpPr/>
          <p:nvPr/>
        </p:nvSpPr>
        <p:spPr>
          <a:xfrm>
            <a:off x="290051" y="3175221"/>
            <a:ext cx="5004620" cy="2146153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400" b="1" dirty="0">
                <a:latin typeface="Trebuchet MS" panose="020B0603020202020204" pitchFamily="34" charset="0"/>
              </a:rPr>
              <a:t>This Revenue shows consistent growth from March to June, showing that the business performance was improving considering there was a little decline in February.</a:t>
            </a:r>
          </a:p>
          <a:p>
            <a:pPr algn="ctr"/>
            <a:endParaRPr lang="en-ZA" sz="1400" b="1" dirty="0">
              <a:latin typeface="Trebuchet MS" panose="020B0603020202020204" pitchFamily="34" charset="0"/>
            </a:endParaRPr>
          </a:p>
          <a:p>
            <a:pPr algn="ctr"/>
            <a:r>
              <a:rPr lang="en-ZA" sz="1400" dirty="0"/>
              <a:t>⚠️ </a:t>
            </a:r>
            <a:r>
              <a:rPr lang="en-ZA" sz="1400" b="1" dirty="0">
                <a:latin typeface="Trebuchet MS" panose="020B0603020202020204" pitchFamily="34" charset="0"/>
              </a:rPr>
              <a:t>Feb dip — 7% drop</a:t>
            </a:r>
          </a:p>
          <a:p>
            <a:pPr algn="ctr"/>
            <a:r>
              <a:rPr lang="en-ZA" sz="1400" dirty="0"/>
              <a:t>🏆 </a:t>
            </a:r>
            <a:r>
              <a:rPr lang="en-ZA" sz="1400" b="1" dirty="0">
                <a:latin typeface="Trebuchet MS" panose="020B0603020202020204" pitchFamily="34" charset="0"/>
              </a:rPr>
              <a:t>Peak month R166 485,88</a:t>
            </a:r>
          </a:p>
        </p:txBody>
      </p:sp>
    </p:spTree>
    <p:extLst>
      <p:ext uri="{BB962C8B-B14F-4D97-AF65-F5344CB8AC3E}">
        <p14:creationId xmlns:p14="http://schemas.microsoft.com/office/powerpoint/2010/main" val="1944180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C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B9EFE7B-1CC4-F51B-B44D-A6A87AEDCB97}"/>
              </a:ext>
            </a:extLst>
          </p:cNvPr>
          <p:cNvSpPr txBox="1"/>
          <p:nvPr/>
        </p:nvSpPr>
        <p:spPr>
          <a:xfrm>
            <a:off x="3048000" y="39543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3E1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rebuchet MS" panose="020B0603020202020204" pitchFamily="34" charset="0"/>
              </a:rPr>
              <a:t>Key Findings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71E878F-D1AA-61F4-5481-2D6584A1B6F6}"/>
              </a:ext>
            </a:extLst>
          </p:cNvPr>
          <p:cNvSpPr/>
          <p:nvPr/>
        </p:nvSpPr>
        <p:spPr>
          <a:xfrm>
            <a:off x="4544142" y="973797"/>
            <a:ext cx="310373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dirty="0">
                <a:ln w="0"/>
                <a:solidFill>
                  <a:srgbClr val="C8860A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rebuchet MS" panose="020B0603020202020204" pitchFamily="34" charset="0"/>
              </a:rPr>
              <a:t>5 Findings from the dataset 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81FB14F-1594-C6FC-4283-B00CA12DDB61}"/>
              </a:ext>
            </a:extLst>
          </p:cNvPr>
          <p:cNvSpPr/>
          <p:nvPr/>
        </p:nvSpPr>
        <p:spPr>
          <a:xfrm>
            <a:off x="680884" y="2157777"/>
            <a:ext cx="3173361" cy="1633516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🔍 </a:t>
            </a:r>
            <a:r>
              <a:rPr lang="en-ZA" b="1" dirty="0">
                <a:solidFill>
                  <a:srgbClr val="3E1F00"/>
                </a:solidFill>
                <a:latin typeface="+mj-lt"/>
              </a:rPr>
              <a:t>Coffee Dominates Revenue</a:t>
            </a:r>
          </a:p>
          <a:p>
            <a:pPr algn="ctr"/>
            <a:endParaRPr lang="en-ZA" sz="1400" b="1" dirty="0">
              <a:latin typeface="Trebuchet MS" panose="020B0603020202020204" pitchFamily="34" charset="0"/>
            </a:endParaRPr>
          </a:p>
          <a:p>
            <a:pPr algn="ctr"/>
            <a:r>
              <a:rPr lang="en-GB" sz="1400" b="1" dirty="0">
                <a:latin typeface="Trebuchet MS" panose="020B0603020202020204" pitchFamily="34" charset="0"/>
              </a:rPr>
              <a:t>At 38.6% of total revenue, Coffee earns nearly double Tea</a:t>
            </a:r>
            <a:endParaRPr lang="en-ZA" sz="1400" b="1" dirty="0">
              <a:latin typeface="Trebuchet MS" panose="020B0603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0E25289-7C66-B9D3-9993-20E7253167E8}"/>
              </a:ext>
            </a:extLst>
          </p:cNvPr>
          <p:cNvSpPr/>
          <p:nvPr/>
        </p:nvSpPr>
        <p:spPr>
          <a:xfrm>
            <a:off x="8531942" y="2157777"/>
            <a:ext cx="3173361" cy="1633516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🏪 </a:t>
            </a:r>
            <a:r>
              <a:rPr lang="en-ZA" b="1" dirty="0">
                <a:solidFill>
                  <a:srgbClr val="3E1F00"/>
                </a:solidFill>
                <a:latin typeface="+mj-lt"/>
              </a:rPr>
              <a:t>Stores Are Evenly Matched</a:t>
            </a:r>
          </a:p>
          <a:p>
            <a:pPr algn="ctr"/>
            <a:endParaRPr lang="en-ZA" b="1" dirty="0">
              <a:latin typeface="+mj-lt"/>
            </a:endParaRPr>
          </a:p>
          <a:p>
            <a:pPr algn="ctr"/>
            <a:r>
              <a:rPr lang="en-GB" b="1" dirty="0">
                <a:latin typeface="+mj-lt"/>
              </a:rPr>
              <a:t>All 3 locations perform within 3% of each other</a:t>
            </a:r>
            <a:endParaRPr lang="en-ZA" b="1" dirty="0">
              <a:latin typeface="+mj-lt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A2FB3D0-CB49-8950-CEE2-E67EE7133D3D}"/>
              </a:ext>
            </a:extLst>
          </p:cNvPr>
          <p:cNvSpPr/>
          <p:nvPr/>
        </p:nvSpPr>
        <p:spPr>
          <a:xfrm>
            <a:off x="4606413" y="2149445"/>
            <a:ext cx="3173361" cy="1633516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📈</a:t>
            </a:r>
            <a:r>
              <a:rPr lang="en-GB" dirty="0"/>
              <a:t> </a:t>
            </a:r>
            <a:r>
              <a:rPr lang="en-ZA" b="1" dirty="0">
                <a:solidFill>
                  <a:srgbClr val="3E1F00"/>
                </a:solidFill>
                <a:latin typeface="+mj-lt"/>
              </a:rPr>
              <a:t>Revenue More Than Doubled</a:t>
            </a:r>
          </a:p>
          <a:p>
            <a:pPr algn="ctr"/>
            <a:endParaRPr lang="en-ZA" sz="1400" b="1" dirty="0">
              <a:solidFill>
                <a:srgbClr val="3E1F00"/>
              </a:solidFill>
              <a:latin typeface="+mj-lt"/>
            </a:endParaRPr>
          </a:p>
          <a:p>
            <a:pPr algn="ctr"/>
            <a:r>
              <a:rPr lang="en-GB" sz="1400" b="1" dirty="0">
                <a:latin typeface="Trebuchet MS" panose="020B0603020202020204" pitchFamily="34" charset="0"/>
              </a:rPr>
              <a:t>Overall revenue grew 103% from January to June 2023</a:t>
            </a:r>
            <a:endParaRPr lang="en-ZA" sz="1400" b="1" dirty="0">
              <a:latin typeface="Trebuchet MS" panose="020B0603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EB83F62-0D68-65A6-7451-5620FE751EDB}"/>
              </a:ext>
            </a:extLst>
          </p:cNvPr>
          <p:cNvSpPr/>
          <p:nvPr/>
        </p:nvSpPr>
        <p:spPr>
          <a:xfrm>
            <a:off x="6751077" y="4438861"/>
            <a:ext cx="3173361" cy="1633516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📦 </a:t>
            </a:r>
            <a:r>
              <a:rPr lang="en-ZA" b="1" dirty="0">
                <a:solidFill>
                  <a:srgbClr val="3E1F00"/>
                </a:solidFill>
                <a:latin typeface="+mj-lt"/>
              </a:rPr>
              <a:t>Packaged Goods Underperform</a:t>
            </a:r>
          </a:p>
          <a:p>
            <a:pPr algn="ctr"/>
            <a:endParaRPr lang="en-ZA" b="1" dirty="0">
              <a:solidFill>
                <a:srgbClr val="3E1F00"/>
              </a:solidFill>
              <a:latin typeface="+mj-lt"/>
            </a:endParaRPr>
          </a:p>
          <a:p>
            <a:pPr algn="ctr"/>
            <a:r>
              <a:rPr lang="en-GB" sz="1400" b="1" dirty="0"/>
              <a:t>Branded, Flavours &amp; Packaged Chocolate combine for only 3.7% of revenue</a:t>
            </a:r>
            <a:endParaRPr lang="en-ZA" sz="1400" b="1" dirty="0">
              <a:solidFill>
                <a:srgbClr val="3E1F00"/>
              </a:solidFill>
              <a:latin typeface="+mj-lt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A3E9622-6948-1AC4-D68F-1444727C0A19}"/>
              </a:ext>
            </a:extLst>
          </p:cNvPr>
          <p:cNvSpPr/>
          <p:nvPr/>
        </p:nvSpPr>
        <p:spPr>
          <a:xfrm>
            <a:off x="2267564" y="4438861"/>
            <a:ext cx="3173361" cy="1633516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🌅 </a:t>
            </a:r>
            <a:r>
              <a:rPr lang="en-ZA" b="1" dirty="0">
                <a:solidFill>
                  <a:srgbClr val="3E1F00"/>
                </a:solidFill>
                <a:latin typeface="+mj-lt"/>
              </a:rPr>
              <a:t>Mornings Drive the Business</a:t>
            </a:r>
          </a:p>
          <a:p>
            <a:pPr algn="ctr"/>
            <a:endParaRPr lang="en-ZA" b="1" dirty="0">
              <a:solidFill>
                <a:srgbClr val="3E1F00"/>
              </a:solidFill>
              <a:latin typeface="+mj-lt"/>
            </a:endParaRPr>
          </a:p>
          <a:p>
            <a:pPr algn="ctr"/>
            <a:r>
              <a:rPr lang="en-GB" sz="1400" b="1" dirty="0"/>
              <a:t>55% of all transactions occur before noon</a:t>
            </a:r>
            <a:endParaRPr lang="en-ZA" sz="1400" b="1" dirty="0">
              <a:solidFill>
                <a:srgbClr val="3E1F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244155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C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657DD38-20E6-8FDB-A4D5-673657D94612}"/>
              </a:ext>
            </a:extLst>
          </p:cNvPr>
          <p:cNvSpPr txBox="1"/>
          <p:nvPr/>
        </p:nvSpPr>
        <p:spPr>
          <a:xfrm>
            <a:off x="3048000" y="39543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3E1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rebuchet MS" panose="020B0603020202020204" pitchFamily="34" charset="0"/>
              </a:rPr>
              <a:t>Recommendations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0AE4E3-5246-A5B9-15DC-2C9999700146}"/>
              </a:ext>
            </a:extLst>
          </p:cNvPr>
          <p:cNvSpPr/>
          <p:nvPr/>
        </p:nvSpPr>
        <p:spPr>
          <a:xfrm>
            <a:off x="3299417" y="973797"/>
            <a:ext cx="5593199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dirty="0">
                <a:ln w="0"/>
                <a:solidFill>
                  <a:srgbClr val="C8860A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rebuchet MS" panose="020B0603020202020204" pitchFamily="34" charset="0"/>
              </a:rPr>
              <a:t>Actions To Grow revenue and improve performance 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360E58A-691F-B8B8-5322-81BEF815A440}"/>
              </a:ext>
            </a:extLst>
          </p:cNvPr>
          <p:cNvSpPr/>
          <p:nvPr/>
        </p:nvSpPr>
        <p:spPr>
          <a:xfrm>
            <a:off x="583790" y="1603080"/>
            <a:ext cx="3173361" cy="1633516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📣</a:t>
            </a:r>
            <a:r>
              <a:rPr lang="en-GB" b="1" dirty="0">
                <a:solidFill>
                  <a:srgbClr val="3E1F00"/>
                </a:solidFill>
                <a:latin typeface="+mj-lt"/>
              </a:rPr>
              <a:t>Run Afternoon &amp; Evening Promotions</a:t>
            </a:r>
          </a:p>
          <a:p>
            <a:pPr algn="ctr"/>
            <a:endParaRPr lang="en-ZA" b="1" dirty="0">
              <a:latin typeface="+mj-lt"/>
            </a:endParaRPr>
          </a:p>
          <a:p>
            <a:pPr algn="ctr"/>
            <a:r>
              <a:rPr lang="en-GB" sz="1400" b="1" dirty="0">
                <a:latin typeface="Trebuchet MS" panose="020B0603020202020204" pitchFamily="34" charset="0"/>
              </a:rPr>
              <a:t>Only about 45% of transactions happened after noon — huge growth opportunity</a:t>
            </a:r>
            <a:endParaRPr lang="en-ZA" sz="1400" b="1" dirty="0">
              <a:latin typeface="Trebuchet MS" panose="020B0603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6FB2C11-5FEA-7161-28DA-BBA3139220DC}"/>
              </a:ext>
            </a:extLst>
          </p:cNvPr>
          <p:cNvSpPr/>
          <p:nvPr/>
        </p:nvSpPr>
        <p:spPr>
          <a:xfrm>
            <a:off x="8434848" y="1603080"/>
            <a:ext cx="3173361" cy="1633516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🎯</a:t>
            </a:r>
            <a:r>
              <a:rPr lang="en-ZA" b="1" dirty="0">
                <a:solidFill>
                  <a:srgbClr val="3E1F00"/>
                </a:solidFill>
                <a:latin typeface="+mj-lt"/>
              </a:rPr>
              <a:t>Bundle Underperforming Products</a:t>
            </a:r>
          </a:p>
          <a:p>
            <a:pPr algn="ctr"/>
            <a:endParaRPr lang="en-ZA" b="1" dirty="0">
              <a:solidFill>
                <a:srgbClr val="3E1F00"/>
              </a:solidFill>
              <a:latin typeface="+mj-lt"/>
            </a:endParaRPr>
          </a:p>
          <a:p>
            <a:pPr algn="ctr"/>
            <a:r>
              <a:rPr lang="en-GB" sz="1400" b="1" dirty="0">
                <a:latin typeface="+mj-lt"/>
              </a:rPr>
              <a:t>Flavours &amp; Packaged Chocolate at 1.83% — pair with Coffee to boost sales</a:t>
            </a:r>
            <a:endParaRPr lang="en-ZA" sz="1400" b="1" dirty="0">
              <a:latin typeface="+mj-lt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02CD3F7-5BB1-B25E-B008-643237B8EB6A}"/>
              </a:ext>
            </a:extLst>
          </p:cNvPr>
          <p:cNvSpPr/>
          <p:nvPr/>
        </p:nvSpPr>
        <p:spPr>
          <a:xfrm>
            <a:off x="4509319" y="1594748"/>
            <a:ext cx="3173361" cy="1633516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📦</a:t>
            </a:r>
            <a:r>
              <a:rPr lang="en-GB" b="1" dirty="0">
                <a:solidFill>
                  <a:srgbClr val="3E1F00"/>
                </a:solidFill>
                <a:latin typeface="+mj-lt"/>
              </a:rPr>
              <a:t>Increase Coffee &amp; Tea Stock</a:t>
            </a:r>
          </a:p>
          <a:p>
            <a:pPr algn="ctr"/>
            <a:endParaRPr lang="en-ZA" b="1" dirty="0">
              <a:solidFill>
                <a:srgbClr val="3E1F00"/>
              </a:solidFill>
              <a:latin typeface="+mj-lt"/>
            </a:endParaRPr>
          </a:p>
          <a:p>
            <a:pPr algn="ctr"/>
            <a:r>
              <a:rPr lang="en-GB" sz="1400" b="1" dirty="0">
                <a:latin typeface="Trebuchet MS" panose="020B0603020202020204" pitchFamily="34" charset="0"/>
              </a:rPr>
              <a:t>Together these products drive roughly 66% of revenue — never run low</a:t>
            </a:r>
            <a:endParaRPr lang="en-ZA" sz="1400" b="1" dirty="0">
              <a:latin typeface="Trebuchet MS" panose="020B0603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15A09F9-839E-A08E-21F0-F83BDA24BC1B}"/>
              </a:ext>
            </a:extLst>
          </p:cNvPr>
          <p:cNvSpPr/>
          <p:nvPr/>
        </p:nvSpPr>
        <p:spPr>
          <a:xfrm>
            <a:off x="6653983" y="3884164"/>
            <a:ext cx="3173361" cy="1633516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📅</a:t>
            </a:r>
            <a:r>
              <a:rPr lang="en-GB" b="1" dirty="0">
                <a:solidFill>
                  <a:srgbClr val="3E1F00"/>
                </a:solidFill>
                <a:latin typeface="+mj-lt"/>
              </a:rPr>
              <a:t>Investigate the February Dip</a:t>
            </a:r>
            <a:endParaRPr lang="en-ZA" b="1" dirty="0">
              <a:solidFill>
                <a:srgbClr val="3E1F00"/>
              </a:solidFill>
              <a:latin typeface="+mj-lt"/>
            </a:endParaRPr>
          </a:p>
          <a:p>
            <a:pPr algn="ctr"/>
            <a:r>
              <a:rPr lang="en-GB" sz="1400" b="1" dirty="0"/>
              <a:t>Revenue dropped by 7% — understand whether it was seasonal or operational</a:t>
            </a:r>
            <a:endParaRPr lang="en-ZA" sz="1400" b="1" dirty="0">
              <a:solidFill>
                <a:srgbClr val="3E1F00"/>
              </a:solidFill>
              <a:latin typeface="+mj-lt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2420797-6390-0388-996D-CA5DE1CE5BFD}"/>
              </a:ext>
            </a:extLst>
          </p:cNvPr>
          <p:cNvSpPr/>
          <p:nvPr/>
        </p:nvSpPr>
        <p:spPr>
          <a:xfrm>
            <a:off x="2170470" y="3884164"/>
            <a:ext cx="3173361" cy="1633516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🏪</a:t>
            </a:r>
            <a:r>
              <a:rPr lang="en-GB" b="1" dirty="0">
                <a:solidFill>
                  <a:srgbClr val="3E1F00"/>
                </a:solidFill>
                <a:latin typeface="+mj-lt"/>
              </a:rPr>
              <a:t>Replicate Hell's Kitchen Practices</a:t>
            </a:r>
          </a:p>
          <a:p>
            <a:pPr algn="ctr"/>
            <a:endParaRPr lang="en-ZA" b="1" dirty="0">
              <a:solidFill>
                <a:srgbClr val="3E1F00"/>
              </a:solidFill>
              <a:latin typeface="+mj-lt"/>
            </a:endParaRPr>
          </a:p>
          <a:p>
            <a:pPr algn="ctr"/>
            <a:r>
              <a:rPr lang="en-GB" sz="1400" b="1" dirty="0"/>
              <a:t>Marginally highest performer — identify what works and scale</a:t>
            </a:r>
            <a:endParaRPr lang="en-ZA" sz="1400" b="1" dirty="0">
              <a:solidFill>
                <a:srgbClr val="3E1F00"/>
              </a:solidFill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1ABA57-6728-A368-3893-EEA266104D56}"/>
              </a:ext>
            </a:extLst>
          </p:cNvPr>
          <p:cNvSpPr txBox="1"/>
          <p:nvPr/>
        </p:nvSpPr>
        <p:spPr>
          <a:xfrm>
            <a:off x="1140543" y="6079105"/>
            <a:ext cx="10363200" cy="3834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3E1F00"/>
                </a:solidFill>
                <a:latin typeface="Trebuchet MS" panose="020B0603020202020204" pitchFamily="34" charset="0"/>
              </a:rPr>
              <a:t>Every recommendation is backed by data from 149,116 transactions</a:t>
            </a:r>
            <a:endParaRPr lang="en-ZA" b="1" dirty="0">
              <a:solidFill>
                <a:srgbClr val="3E1F00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76821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CD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D304F6-F4FE-ABE5-185B-BE0EEF2EB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1BFD00C-E70F-F4B5-0F8C-93365F827C0E}"/>
              </a:ext>
            </a:extLst>
          </p:cNvPr>
          <p:cNvSpPr txBox="1"/>
          <p:nvPr/>
        </p:nvSpPr>
        <p:spPr>
          <a:xfrm>
            <a:off x="3048000" y="39543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ln w="0"/>
                <a:solidFill>
                  <a:srgbClr val="3E1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rebuchet MS" panose="020B0603020202020204" pitchFamily="34" charset="0"/>
              </a:rPr>
              <a:t>Next Steps</a:t>
            </a:r>
            <a:endParaRPr lang="en-US" sz="3600" b="0" cap="none" spc="0" dirty="0">
              <a:ln w="0"/>
              <a:solidFill>
                <a:srgbClr val="3E1F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rebuchet MS" panose="020B0603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7B828E-37D3-E252-3E5A-0D26EFAA42A6}"/>
              </a:ext>
            </a:extLst>
          </p:cNvPr>
          <p:cNvSpPr/>
          <p:nvPr/>
        </p:nvSpPr>
        <p:spPr>
          <a:xfrm>
            <a:off x="3836904" y="973797"/>
            <a:ext cx="4518225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dirty="0">
                <a:ln w="0"/>
                <a:solidFill>
                  <a:srgbClr val="C8860A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rebuchet MS" panose="020B0603020202020204" pitchFamily="34" charset="0"/>
              </a:rPr>
              <a:t>Building On These Insights Going Forward 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361C4776-AE52-2588-F9CA-4240C5279B9A}"/>
              </a:ext>
            </a:extLst>
          </p:cNvPr>
          <p:cNvCxnSpPr/>
          <p:nvPr/>
        </p:nvCxnSpPr>
        <p:spPr>
          <a:xfrm>
            <a:off x="762000" y="5683045"/>
            <a:ext cx="10510684" cy="0"/>
          </a:xfrm>
          <a:prstGeom prst="straightConnector1">
            <a:avLst/>
          </a:prstGeom>
          <a:ln w="317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4377D366-CC16-079F-1881-B75359FEC9DB}"/>
              </a:ext>
            </a:extLst>
          </p:cNvPr>
          <p:cNvSpPr/>
          <p:nvPr/>
        </p:nvSpPr>
        <p:spPr>
          <a:xfrm>
            <a:off x="757084" y="3166000"/>
            <a:ext cx="3441290" cy="2340065"/>
          </a:xfrm>
          <a:prstGeom prst="ellipse">
            <a:avLst/>
          </a:prstGeom>
          <a:solidFill>
            <a:srgbClr val="3E1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latin typeface="+mj-lt"/>
              </a:rPr>
              <a:t>Automate Daily Reporting</a:t>
            </a:r>
          </a:p>
          <a:p>
            <a:pPr algn="ctr"/>
            <a:endParaRPr lang="en-GB" dirty="0"/>
          </a:p>
          <a:p>
            <a:pPr algn="ctr"/>
            <a:r>
              <a:rPr lang="en-GB" sz="1600" dirty="0"/>
              <a:t>Set up a pipeline so leadership receives a live sales dashboard every morning</a:t>
            </a:r>
            <a:endParaRPr lang="en-ZA" sz="1600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BFBAECE-3DEC-648F-7B8F-E4D6016C93CD}"/>
              </a:ext>
            </a:extLst>
          </p:cNvPr>
          <p:cNvSpPr/>
          <p:nvPr/>
        </p:nvSpPr>
        <p:spPr>
          <a:xfrm>
            <a:off x="4516777" y="3166000"/>
            <a:ext cx="3014733" cy="2340065"/>
          </a:xfrm>
          <a:prstGeom prst="ellipse">
            <a:avLst/>
          </a:prstGeom>
          <a:solidFill>
            <a:srgbClr val="3E1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latin typeface="+mj-lt"/>
              </a:rPr>
              <a:t>Launch Loyalty Programs</a:t>
            </a:r>
          </a:p>
          <a:p>
            <a:pPr algn="ctr"/>
            <a:endParaRPr lang="en-GB" dirty="0"/>
          </a:p>
          <a:p>
            <a:pPr algn="ctr"/>
            <a:r>
              <a:rPr lang="en-GB" sz="1600" dirty="0"/>
              <a:t>Target morning customers — your biggest segment — with rewards and incentives</a:t>
            </a:r>
            <a:endParaRPr lang="en-ZA" sz="160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0AA572B-EE50-01A9-0FA7-83EEB3C84EAC}"/>
              </a:ext>
            </a:extLst>
          </p:cNvPr>
          <p:cNvSpPr/>
          <p:nvPr/>
        </p:nvSpPr>
        <p:spPr>
          <a:xfrm>
            <a:off x="7849913" y="3166000"/>
            <a:ext cx="3297577" cy="2340065"/>
          </a:xfrm>
          <a:prstGeom prst="ellipse">
            <a:avLst/>
          </a:prstGeom>
          <a:solidFill>
            <a:srgbClr val="3E1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latin typeface="+mj-lt"/>
              </a:rPr>
              <a:t>Multi-Location Tracking</a:t>
            </a:r>
          </a:p>
          <a:p>
            <a:pPr algn="ctr"/>
            <a:endParaRPr lang="en-GB" dirty="0"/>
          </a:p>
          <a:p>
            <a:pPr algn="ctr"/>
            <a:r>
              <a:rPr lang="en-GB" sz="1600" dirty="0"/>
              <a:t>Build a comparative store dashboard as the business scales to new locations</a:t>
            </a:r>
            <a:endParaRPr lang="en-ZA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8E355B-A46A-0B9B-778D-5D948D3BBFA2}"/>
              </a:ext>
            </a:extLst>
          </p:cNvPr>
          <p:cNvSpPr txBox="1"/>
          <p:nvPr/>
        </p:nvSpPr>
        <p:spPr>
          <a:xfrm>
            <a:off x="1469922" y="2576052"/>
            <a:ext cx="2015613" cy="373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A" b="1" dirty="0">
                <a:latin typeface="Trebuchet MS" panose="020B0603020202020204" pitchFamily="34" charset="0"/>
              </a:rPr>
              <a:t>Short Term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6A3AB2-3E0C-E130-1120-3704E78FEB70}"/>
              </a:ext>
            </a:extLst>
          </p:cNvPr>
          <p:cNvSpPr txBox="1"/>
          <p:nvPr/>
        </p:nvSpPr>
        <p:spPr>
          <a:xfrm>
            <a:off x="8490894" y="2576052"/>
            <a:ext cx="2015613" cy="373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A" b="1" dirty="0">
                <a:latin typeface="Trebuchet MS" panose="020B0603020202020204" pitchFamily="34" charset="0"/>
              </a:rPr>
              <a:t>Long Term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E0FFE6-2786-42A4-6F1F-C4B96811E542}"/>
              </a:ext>
            </a:extLst>
          </p:cNvPr>
          <p:cNvSpPr txBox="1"/>
          <p:nvPr/>
        </p:nvSpPr>
        <p:spPr>
          <a:xfrm>
            <a:off x="5016336" y="2576052"/>
            <a:ext cx="2015613" cy="373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A" b="1" dirty="0">
                <a:latin typeface="Trebuchet MS" panose="020B0603020202020204" pitchFamily="34" charset="0"/>
              </a:rPr>
              <a:t>Mid Term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6651BA-F809-E3E3-DEFD-5B1C5C33C245}"/>
              </a:ext>
            </a:extLst>
          </p:cNvPr>
          <p:cNvSpPr txBox="1"/>
          <p:nvPr/>
        </p:nvSpPr>
        <p:spPr>
          <a:xfrm>
            <a:off x="1246811" y="5972693"/>
            <a:ext cx="96983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💡 </a:t>
            </a:r>
            <a:r>
              <a:rPr lang="en-GB" b="1" dirty="0"/>
              <a:t>These steps will position Bright Coffee Shop for data-driven growth across all locations</a:t>
            </a:r>
            <a:endParaRPr lang="en-ZA" b="1" dirty="0"/>
          </a:p>
        </p:txBody>
      </p:sp>
    </p:spTree>
    <p:extLst>
      <p:ext uri="{BB962C8B-B14F-4D97-AF65-F5344CB8AC3E}">
        <p14:creationId xmlns:p14="http://schemas.microsoft.com/office/powerpoint/2010/main" val="4997157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E1F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27CCA0-701A-4635-3400-59B7E0113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F752C-748E-31D1-5AF9-096B63C738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6180" y="3429000"/>
            <a:ext cx="9399640" cy="873585"/>
          </a:xfrm>
        </p:spPr>
        <p:txBody>
          <a:bodyPr>
            <a:normAutofit/>
          </a:bodyPr>
          <a:lstStyle/>
          <a:p>
            <a:r>
              <a:rPr lang="en-ZA" sz="4400" dirty="0">
                <a:solidFill>
                  <a:srgbClr val="C8860A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Thank You!!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21B7D2-89DA-35BE-0E8E-F72AB9076437}"/>
              </a:ext>
            </a:extLst>
          </p:cNvPr>
          <p:cNvSpPr txBox="1"/>
          <p:nvPr/>
        </p:nvSpPr>
        <p:spPr>
          <a:xfrm>
            <a:off x="127820" y="6465371"/>
            <a:ext cx="24973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C8860A"/>
                </a:solidFill>
              </a:rPr>
              <a:t>Siphamandla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>
                <a:solidFill>
                  <a:srgbClr val="C8860A"/>
                </a:solidFill>
              </a:rPr>
              <a:t>Moyo</a:t>
            </a:r>
            <a:r>
              <a:rPr lang="en-GB" dirty="0">
                <a:solidFill>
                  <a:schemeClr val="bg1"/>
                </a:solidFill>
              </a:rPr>
              <a:t> </a:t>
            </a:r>
            <a:endParaRPr lang="en-ZA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66C23-39FD-CC8E-38C7-00F79E9F3AFC}"/>
              </a:ext>
            </a:extLst>
          </p:cNvPr>
          <p:cNvSpPr txBox="1"/>
          <p:nvPr/>
        </p:nvSpPr>
        <p:spPr>
          <a:xfrm>
            <a:off x="10387781" y="6451284"/>
            <a:ext cx="18042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C8860A"/>
                </a:solidFill>
              </a:rPr>
              <a:t>31 March 2026 </a:t>
            </a:r>
            <a:endParaRPr lang="en-ZA" dirty="0">
              <a:solidFill>
                <a:srgbClr val="C8860A"/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4EB481C-FAD1-AB2E-CBF0-F69E6B06A57B}"/>
              </a:ext>
            </a:extLst>
          </p:cNvPr>
          <p:cNvSpPr txBox="1">
            <a:spLocks/>
          </p:cNvSpPr>
          <p:nvPr/>
        </p:nvSpPr>
        <p:spPr>
          <a:xfrm>
            <a:off x="1396180" y="2555415"/>
            <a:ext cx="9399640" cy="8735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ZA" sz="4400" dirty="0">
                <a:solidFill>
                  <a:srgbClr val="C8860A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Bright Coffee Shop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B525C0B-871B-4A75-4E33-9923B7AC289C}"/>
              </a:ext>
            </a:extLst>
          </p:cNvPr>
          <p:cNvSpPr/>
          <p:nvPr/>
        </p:nvSpPr>
        <p:spPr>
          <a:xfrm>
            <a:off x="3583644" y="5280326"/>
            <a:ext cx="5024710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dirty="0">
                <a:ln w="0"/>
                <a:solidFill>
                  <a:srgbClr val="C8860A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rebuchet MS" panose="020B0603020202020204" pitchFamily="34" charset="0"/>
              </a:rPr>
              <a:t>Turning data into decisions, one cup at a time.</a:t>
            </a:r>
            <a:endParaRPr lang="en-US" dirty="0">
              <a:ln w="0"/>
              <a:solidFill>
                <a:srgbClr val="C8860A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03060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4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C8860A"/>
      </a:accent3>
      <a:accent4>
        <a:srgbClr val="0F9ED5"/>
      </a:accent4>
      <a:accent5>
        <a:srgbClr val="A02B93"/>
      </a:accent5>
      <a:accent6>
        <a:srgbClr val="FFFF00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</TotalTime>
  <Words>738</Words>
  <Application>Microsoft Office PowerPoint</Application>
  <PresentationFormat>Widescreen</PresentationFormat>
  <Paragraphs>141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ADLaM Display</vt:lpstr>
      <vt:lpstr>Aptos</vt:lpstr>
      <vt:lpstr>Aptos Display</vt:lpstr>
      <vt:lpstr>Arial</vt:lpstr>
      <vt:lpstr>Calibri</vt:lpstr>
      <vt:lpstr>Trebuchet MS</vt:lpstr>
      <vt:lpstr>Office Theme</vt:lpstr>
      <vt:lpstr>Bright Coffee Shop — Sales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Store Performance   </vt:lpstr>
      <vt:lpstr>PowerPoint Presentation</vt:lpstr>
      <vt:lpstr>PowerPoint Presentation</vt:lpstr>
      <vt:lpstr>PowerPoint Presentation</vt:lpstr>
      <vt:lpstr>PowerPoint Presentation</vt:lpstr>
      <vt:lpstr>Thank You!!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Ayanda Moyo</dc:creator>
  <cp:lastModifiedBy>LILBOAT G</cp:lastModifiedBy>
  <cp:revision>1</cp:revision>
  <dcterms:created xsi:type="dcterms:W3CDTF">2026-03-30T13:04:41Z</dcterms:created>
  <dcterms:modified xsi:type="dcterms:W3CDTF">2026-03-30T21:14:57Z</dcterms:modified>
</cp:coreProperties>
</file>